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embeddedFontLst>
    <p:embeddedFont>
      <p:font typeface="Montserrat Semi-Bold" charset="1" panose="00000700000000000000"/>
      <p:regular r:id="rId20"/>
    </p:embeddedFont>
    <p:embeddedFont>
      <p:font typeface="Open Sans Bold" charset="1" panose="020B0806030504020204"/>
      <p:regular r:id="rId21"/>
    </p:embeddedFont>
    <p:embeddedFont>
      <p:font typeface="Open Sans" charset="1" panose="020B0606030504020204"/>
      <p:regular r:id="rId22"/>
    </p:embeddedFont>
    <p:embeddedFont>
      <p:font typeface="Arial Bold" charset="1" panose="020B0802020202020204"/>
      <p:regular r:id="rId23"/>
    </p:embeddedFont>
    <p:embeddedFont>
      <p:font typeface="Arial" charset="1" panose="020B0502020202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8" Type="http://schemas.openxmlformats.org/officeDocument/2006/relationships/slide" Target="slides/slide3.xml"/><Relationship Id="rId26" Type="http://schemas.openxmlformats.org/officeDocument/2006/relationships/customXml" Target="../customXml/item2.xml"/><Relationship Id="rId21" Type="http://schemas.openxmlformats.org/officeDocument/2006/relationships/font" Target="fonts/font21.fntdata"/><Relationship Id="rId3" Type="http://schemas.openxmlformats.org/officeDocument/2006/relationships/viewProps" Target="viewProps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7" Type="http://schemas.openxmlformats.org/officeDocument/2006/relationships/slide" Target="slides/slide2.xml"/><Relationship Id="rId25" Type="http://schemas.openxmlformats.org/officeDocument/2006/relationships/customXml" Target="../customXml/item1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24" Type="http://schemas.openxmlformats.org/officeDocument/2006/relationships/font" Target="fonts/font24.fntdata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font" Target="fonts/font23.fntdata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font" Target="fonts/font22.fntdata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27" Type="http://schemas.openxmlformats.org/officeDocument/2006/relationships/customXml" Target="../customXml/item3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jpeg" Type="http://schemas.openxmlformats.org/officeDocument/2006/relationships/image"/><Relationship Id="rId8" Target="../media/image8.jpeg" Type="http://schemas.openxmlformats.org/officeDocument/2006/relationships/image"/><Relationship Id="rId9" Target="https://www.expoasa.com.br/ideasun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jpeg" Type="http://schemas.openxmlformats.org/officeDocument/2006/relationships/image"/><Relationship Id="rId8" Target="../media/image8.jpeg" Type="http://schemas.openxmlformats.org/officeDocument/2006/relationships/image"/><Relationship Id="rId9" Target="https://www.expoasa.com.br/ideasun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jpeg" Type="http://schemas.openxmlformats.org/officeDocument/2006/relationships/image"/><Relationship Id="rId8" Target="../media/image8.jpeg" Type="http://schemas.openxmlformats.org/officeDocument/2006/relationships/image"/><Relationship Id="rId9" Target="https://www.expoasa.com.br/ideasun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jpeg" Type="http://schemas.openxmlformats.org/officeDocument/2006/relationships/image"/><Relationship Id="rId8" Target="../media/image8.jpeg" Type="http://schemas.openxmlformats.org/officeDocument/2006/relationships/image"/><Relationship Id="rId9" Target="https://www.expoasa.com.br/ideasun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jpeg" Type="http://schemas.openxmlformats.org/officeDocument/2006/relationships/image"/><Relationship Id="rId8" Target="../media/image8.jpeg" Type="http://schemas.openxmlformats.org/officeDocument/2006/relationships/image"/><Relationship Id="rId9" Target="https://www.expoasa.com.br/ideasun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jpeg" Type="http://schemas.openxmlformats.org/officeDocument/2006/relationships/image"/><Relationship Id="rId8" Target="../media/image8.jpeg" Type="http://schemas.openxmlformats.org/officeDocument/2006/relationships/image"/><Relationship Id="rId9" Target="https://www.expoasa.com.br/ideasun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jpeg" Type="http://schemas.openxmlformats.org/officeDocument/2006/relationships/image"/><Relationship Id="rId8" Target="../media/image8.jpeg" Type="http://schemas.openxmlformats.org/officeDocument/2006/relationships/image"/><Relationship Id="rId9" Target="https://www.expoasa.com.br/ideasun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jpeg" Type="http://schemas.openxmlformats.org/officeDocument/2006/relationships/image"/><Relationship Id="rId8" Target="../media/image8.jpeg" Type="http://schemas.openxmlformats.org/officeDocument/2006/relationships/image"/><Relationship Id="rId9" Target="https://www.expoasa.com.br/ideasun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jpeg" Type="http://schemas.openxmlformats.org/officeDocument/2006/relationships/image"/><Relationship Id="rId8" Target="../media/image8.jpeg" Type="http://schemas.openxmlformats.org/officeDocument/2006/relationships/image"/><Relationship Id="rId9" Target="https://www.expoasa.com.br/ideasun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jpeg" Type="http://schemas.openxmlformats.org/officeDocument/2006/relationships/image"/><Relationship Id="rId8" Target="../media/image8.jpeg" Type="http://schemas.openxmlformats.org/officeDocument/2006/relationships/image"/><Relationship Id="rId9" Target="https://www.expoasa.com.br/ideasun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jpeg" Type="http://schemas.openxmlformats.org/officeDocument/2006/relationships/image"/><Relationship Id="rId8" Target="../media/image8.jpeg" Type="http://schemas.openxmlformats.org/officeDocument/2006/relationships/image"/><Relationship Id="rId9" Target="https://www.expoasa.com.br/ideasun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jpeg" Type="http://schemas.openxmlformats.org/officeDocument/2006/relationships/image"/><Relationship Id="rId8" Target="../media/image8.jpeg" Type="http://schemas.openxmlformats.org/officeDocument/2006/relationships/image"/><Relationship Id="rId9" Target="https://www.expoasa.com.br/ideasun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jpeg" Type="http://schemas.openxmlformats.org/officeDocument/2006/relationships/image"/><Relationship Id="rId8" Target="../media/image8.jpeg" Type="http://schemas.openxmlformats.org/officeDocument/2006/relationships/image"/><Relationship Id="rId9" Target="https://www.expoasa.com.br/ideasun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Logotipo  O conteúdo gerado por IA pode estar incorreto."/>
          <p:cNvSpPr/>
          <p:nvPr/>
        </p:nvSpPr>
        <p:spPr>
          <a:xfrm flipH="false" flipV="false" rot="0">
            <a:off x="0" y="26670"/>
            <a:ext cx="12192000" cy="6804660"/>
          </a:xfrm>
          <a:custGeom>
            <a:avLst/>
            <a:gdLst/>
            <a:ahLst/>
            <a:cxnLst/>
            <a:rect r="r" b="b" t="t" l="l"/>
            <a:pathLst>
              <a:path h="6804660" w="12192000">
                <a:moveTo>
                  <a:pt x="0" y="0"/>
                </a:moveTo>
                <a:lnTo>
                  <a:pt x="12192000" y="0"/>
                </a:lnTo>
                <a:lnTo>
                  <a:pt x="12192000" y="6804660"/>
                </a:lnTo>
                <a:lnTo>
                  <a:pt x="0" y="6804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65108" y="5963412"/>
            <a:ext cx="3127248" cy="765048"/>
          </a:xfrm>
          <a:custGeom>
            <a:avLst/>
            <a:gdLst/>
            <a:ahLst/>
            <a:cxnLst/>
            <a:rect r="r" b="b" t="t" l="l"/>
            <a:pathLst>
              <a:path h="765048" w="3127248">
                <a:moveTo>
                  <a:pt x="0" y="0"/>
                </a:moveTo>
                <a:lnTo>
                  <a:pt x="3127248" y="0"/>
                </a:lnTo>
                <a:lnTo>
                  <a:pt x="3127248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 descr="Uma imagem contendo Interface gráfica do usuário  Descrição gerada automaticamente"/>
          <p:cNvSpPr/>
          <p:nvPr/>
        </p:nvSpPr>
        <p:spPr>
          <a:xfrm flipH="false" flipV="false" rot="0">
            <a:off x="9913344" y="6131138"/>
            <a:ext cx="1949806" cy="469230"/>
          </a:xfrm>
          <a:custGeom>
            <a:avLst/>
            <a:gdLst/>
            <a:ahLst/>
            <a:cxnLst/>
            <a:rect r="r" b="b" t="t" l="l"/>
            <a:pathLst>
              <a:path h="469230" w="1949806">
                <a:moveTo>
                  <a:pt x="0" y="0"/>
                </a:moveTo>
                <a:lnTo>
                  <a:pt x="1949805" y="0"/>
                </a:lnTo>
                <a:lnTo>
                  <a:pt x="1949805" y="469230"/>
                </a:lnTo>
                <a:lnTo>
                  <a:pt x="0" y="469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 descr="Logotipo  Descrição gerada automaticamente"/>
          <p:cNvSpPr/>
          <p:nvPr/>
        </p:nvSpPr>
        <p:spPr>
          <a:xfrm flipH="false" flipV="false" rot="0">
            <a:off x="8966416" y="6091666"/>
            <a:ext cx="893674" cy="583282"/>
          </a:xfrm>
          <a:custGeom>
            <a:avLst/>
            <a:gdLst/>
            <a:ahLst/>
            <a:cxnLst/>
            <a:rect r="r" b="b" t="t" l="l"/>
            <a:pathLst>
              <a:path h="583282" w="893674">
                <a:moveTo>
                  <a:pt x="0" y="0"/>
                </a:moveTo>
                <a:lnTo>
                  <a:pt x="893674" y="0"/>
                </a:lnTo>
                <a:lnTo>
                  <a:pt x="893674" y="583283"/>
                </a:lnTo>
                <a:lnTo>
                  <a:pt x="0" y="583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6116" y="5963412"/>
            <a:ext cx="1944624" cy="765048"/>
          </a:xfrm>
          <a:custGeom>
            <a:avLst/>
            <a:gdLst/>
            <a:ahLst/>
            <a:cxnLst/>
            <a:rect r="r" b="b" t="t" l="l"/>
            <a:pathLst>
              <a:path h="765048" w="1944624">
                <a:moveTo>
                  <a:pt x="0" y="0"/>
                </a:moveTo>
                <a:lnTo>
                  <a:pt x="1944624" y="0"/>
                </a:lnTo>
                <a:lnTo>
                  <a:pt x="1944624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 descr="Forma  Descrição gerada automaticamente com confiança média"/>
          <p:cNvSpPr/>
          <p:nvPr/>
        </p:nvSpPr>
        <p:spPr>
          <a:xfrm flipH="false" flipV="false" rot="0">
            <a:off x="4148728" y="6075950"/>
            <a:ext cx="583501" cy="526447"/>
          </a:xfrm>
          <a:custGeom>
            <a:avLst/>
            <a:gdLst/>
            <a:ahLst/>
            <a:cxnLst/>
            <a:rect r="r" b="b" t="t" l="l"/>
            <a:pathLst>
              <a:path h="526447" w="583501">
                <a:moveTo>
                  <a:pt x="0" y="0"/>
                </a:moveTo>
                <a:lnTo>
                  <a:pt x="583502" y="0"/>
                </a:lnTo>
                <a:lnTo>
                  <a:pt x="583502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"/>
            </a:stretch>
          </a:blipFill>
        </p:spPr>
      </p:sp>
      <p:sp>
        <p:nvSpPr>
          <p:cNvPr name="Freeform 7" id="7" descr="Forma, Logotipo  O conteúdo gerado por IA pode estar incorreto."/>
          <p:cNvSpPr/>
          <p:nvPr/>
        </p:nvSpPr>
        <p:spPr>
          <a:xfrm flipH="false" flipV="false" rot="0">
            <a:off x="5029505" y="6091666"/>
            <a:ext cx="766924" cy="526447"/>
          </a:xfrm>
          <a:custGeom>
            <a:avLst/>
            <a:gdLst/>
            <a:ahLst/>
            <a:cxnLst/>
            <a:rect r="r" b="b" t="t" l="l"/>
            <a:pathLst>
              <a:path h="526447" w="766924">
                <a:moveTo>
                  <a:pt x="0" y="0"/>
                </a:moveTo>
                <a:lnTo>
                  <a:pt x="766924" y="0"/>
                </a:lnTo>
                <a:lnTo>
                  <a:pt x="766924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"/>
            </a:stretch>
          </a:blipFill>
        </p:spPr>
      </p:sp>
      <p:sp>
        <p:nvSpPr>
          <p:cNvPr name="Freeform 8" id="8" descr="Logotipo  O conteúdo gerado por IA pode estar incorreto."/>
          <p:cNvSpPr/>
          <p:nvPr/>
        </p:nvSpPr>
        <p:spPr>
          <a:xfrm flipH="false" flipV="false" rot="0">
            <a:off x="0" y="0"/>
            <a:ext cx="3810000" cy="6858000"/>
          </a:xfrm>
          <a:custGeom>
            <a:avLst/>
            <a:gdLst/>
            <a:ahLst/>
            <a:cxnLst/>
            <a:rect r="r" b="b" t="t" l="l"/>
            <a:pathLst>
              <a:path h="6858000" w="3810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8840" y="6109316"/>
            <a:ext cx="3456003" cy="29299"/>
            <a:chOff x="0" y="0"/>
            <a:chExt cx="3456000" cy="292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56051" cy="28575"/>
            </a:xfrm>
            <a:custGeom>
              <a:avLst/>
              <a:gdLst/>
              <a:ahLst/>
              <a:cxnLst/>
              <a:rect r="r" b="b" t="t" l="l"/>
              <a:pathLst>
                <a:path h="28575" w="3456051">
                  <a:moveTo>
                    <a:pt x="57150" y="0"/>
                  </a:moveTo>
                  <a:lnTo>
                    <a:pt x="85725" y="0"/>
                  </a:lnTo>
                  <a:lnTo>
                    <a:pt x="85725" y="28575"/>
                  </a:lnTo>
                  <a:lnTo>
                    <a:pt x="57150" y="28575"/>
                  </a:lnTo>
                  <a:close/>
                  <a:moveTo>
                    <a:pt x="114300" y="0"/>
                  </a:moveTo>
                  <a:lnTo>
                    <a:pt x="142875" y="0"/>
                  </a:lnTo>
                  <a:lnTo>
                    <a:pt x="142875" y="28575"/>
                  </a:lnTo>
                  <a:lnTo>
                    <a:pt x="114300" y="28575"/>
                  </a:lnTo>
                  <a:close/>
                  <a:moveTo>
                    <a:pt x="171450" y="0"/>
                  </a:moveTo>
                  <a:lnTo>
                    <a:pt x="200025" y="0"/>
                  </a:lnTo>
                  <a:lnTo>
                    <a:pt x="200025" y="28575"/>
                  </a:lnTo>
                  <a:lnTo>
                    <a:pt x="171450" y="28575"/>
                  </a:lnTo>
                  <a:close/>
                  <a:moveTo>
                    <a:pt x="228600" y="0"/>
                  </a:moveTo>
                  <a:lnTo>
                    <a:pt x="257175" y="0"/>
                  </a:lnTo>
                  <a:lnTo>
                    <a:pt x="257175" y="28575"/>
                  </a:lnTo>
                  <a:lnTo>
                    <a:pt x="228600" y="28575"/>
                  </a:lnTo>
                  <a:close/>
                  <a:moveTo>
                    <a:pt x="285750" y="0"/>
                  </a:moveTo>
                  <a:lnTo>
                    <a:pt x="314325" y="0"/>
                  </a:lnTo>
                  <a:lnTo>
                    <a:pt x="314325" y="28575"/>
                  </a:lnTo>
                  <a:lnTo>
                    <a:pt x="285750" y="28575"/>
                  </a:lnTo>
                  <a:close/>
                  <a:moveTo>
                    <a:pt x="342900" y="0"/>
                  </a:moveTo>
                  <a:lnTo>
                    <a:pt x="371475" y="0"/>
                  </a:lnTo>
                  <a:lnTo>
                    <a:pt x="371475" y="28575"/>
                  </a:lnTo>
                  <a:lnTo>
                    <a:pt x="342900" y="28575"/>
                  </a:lnTo>
                  <a:close/>
                  <a:moveTo>
                    <a:pt x="400050" y="0"/>
                  </a:moveTo>
                  <a:lnTo>
                    <a:pt x="428625" y="0"/>
                  </a:lnTo>
                  <a:lnTo>
                    <a:pt x="428625" y="28575"/>
                  </a:lnTo>
                  <a:lnTo>
                    <a:pt x="400050" y="28575"/>
                  </a:lnTo>
                  <a:close/>
                  <a:moveTo>
                    <a:pt x="457200" y="0"/>
                  </a:moveTo>
                  <a:lnTo>
                    <a:pt x="485775" y="0"/>
                  </a:lnTo>
                  <a:lnTo>
                    <a:pt x="485775" y="28575"/>
                  </a:lnTo>
                  <a:lnTo>
                    <a:pt x="457200" y="28575"/>
                  </a:lnTo>
                  <a:close/>
                  <a:moveTo>
                    <a:pt x="514350" y="0"/>
                  </a:moveTo>
                  <a:lnTo>
                    <a:pt x="542925" y="0"/>
                  </a:lnTo>
                  <a:lnTo>
                    <a:pt x="542925" y="28575"/>
                  </a:lnTo>
                  <a:lnTo>
                    <a:pt x="514350" y="28575"/>
                  </a:lnTo>
                  <a:close/>
                  <a:moveTo>
                    <a:pt x="571500" y="0"/>
                  </a:moveTo>
                  <a:lnTo>
                    <a:pt x="600075" y="0"/>
                  </a:lnTo>
                  <a:lnTo>
                    <a:pt x="600075" y="28575"/>
                  </a:lnTo>
                  <a:lnTo>
                    <a:pt x="571500" y="28575"/>
                  </a:lnTo>
                  <a:close/>
                  <a:moveTo>
                    <a:pt x="628650" y="0"/>
                  </a:moveTo>
                  <a:lnTo>
                    <a:pt x="657225" y="0"/>
                  </a:lnTo>
                  <a:lnTo>
                    <a:pt x="657225" y="28575"/>
                  </a:lnTo>
                  <a:lnTo>
                    <a:pt x="628650" y="28575"/>
                  </a:lnTo>
                  <a:close/>
                  <a:moveTo>
                    <a:pt x="685800" y="0"/>
                  </a:moveTo>
                  <a:lnTo>
                    <a:pt x="714375" y="0"/>
                  </a:lnTo>
                  <a:lnTo>
                    <a:pt x="714375" y="28575"/>
                  </a:lnTo>
                  <a:lnTo>
                    <a:pt x="685800" y="28575"/>
                  </a:lnTo>
                  <a:close/>
                  <a:moveTo>
                    <a:pt x="742950" y="0"/>
                  </a:moveTo>
                  <a:lnTo>
                    <a:pt x="771525" y="0"/>
                  </a:lnTo>
                  <a:lnTo>
                    <a:pt x="771525" y="28575"/>
                  </a:lnTo>
                  <a:lnTo>
                    <a:pt x="742950" y="28575"/>
                  </a:lnTo>
                  <a:close/>
                  <a:moveTo>
                    <a:pt x="800100" y="0"/>
                  </a:moveTo>
                  <a:lnTo>
                    <a:pt x="828675" y="0"/>
                  </a:lnTo>
                  <a:lnTo>
                    <a:pt x="828675" y="28575"/>
                  </a:lnTo>
                  <a:lnTo>
                    <a:pt x="800100" y="28575"/>
                  </a:lnTo>
                  <a:close/>
                  <a:moveTo>
                    <a:pt x="857250" y="0"/>
                  </a:moveTo>
                  <a:lnTo>
                    <a:pt x="885825" y="0"/>
                  </a:lnTo>
                  <a:lnTo>
                    <a:pt x="885825" y="28575"/>
                  </a:lnTo>
                  <a:lnTo>
                    <a:pt x="857250" y="28575"/>
                  </a:lnTo>
                  <a:close/>
                  <a:moveTo>
                    <a:pt x="914400" y="0"/>
                  </a:moveTo>
                  <a:lnTo>
                    <a:pt x="942975" y="0"/>
                  </a:lnTo>
                  <a:lnTo>
                    <a:pt x="942975" y="28575"/>
                  </a:lnTo>
                  <a:lnTo>
                    <a:pt x="914400" y="28575"/>
                  </a:lnTo>
                  <a:close/>
                  <a:moveTo>
                    <a:pt x="971550" y="0"/>
                  </a:moveTo>
                  <a:lnTo>
                    <a:pt x="1000125" y="0"/>
                  </a:lnTo>
                  <a:lnTo>
                    <a:pt x="1000125" y="28575"/>
                  </a:lnTo>
                  <a:lnTo>
                    <a:pt x="971550" y="28575"/>
                  </a:lnTo>
                  <a:close/>
                  <a:moveTo>
                    <a:pt x="1028700" y="0"/>
                  </a:moveTo>
                  <a:lnTo>
                    <a:pt x="1057275" y="0"/>
                  </a:lnTo>
                  <a:lnTo>
                    <a:pt x="1057275" y="28575"/>
                  </a:lnTo>
                  <a:lnTo>
                    <a:pt x="1028700" y="28575"/>
                  </a:lnTo>
                  <a:close/>
                  <a:moveTo>
                    <a:pt x="1085850" y="0"/>
                  </a:moveTo>
                  <a:lnTo>
                    <a:pt x="1114425" y="0"/>
                  </a:lnTo>
                  <a:lnTo>
                    <a:pt x="1114425" y="28575"/>
                  </a:lnTo>
                  <a:lnTo>
                    <a:pt x="1085850" y="28575"/>
                  </a:lnTo>
                  <a:close/>
                  <a:moveTo>
                    <a:pt x="1143000" y="0"/>
                  </a:moveTo>
                  <a:lnTo>
                    <a:pt x="1171575" y="0"/>
                  </a:lnTo>
                  <a:lnTo>
                    <a:pt x="1171575" y="28575"/>
                  </a:lnTo>
                  <a:lnTo>
                    <a:pt x="1143000" y="28575"/>
                  </a:lnTo>
                  <a:close/>
                  <a:moveTo>
                    <a:pt x="1200150" y="0"/>
                  </a:moveTo>
                  <a:lnTo>
                    <a:pt x="1228725" y="0"/>
                  </a:lnTo>
                  <a:lnTo>
                    <a:pt x="1228725" y="28575"/>
                  </a:lnTo>
                  <a:lnTo>
                    <a:pt x="1200150" y="28575"/>
                  </a:lnTo>
                  <a:close/>
                  <a:moveTo>
                    <a:pt x="1257300" y="0"/>
                  </a:moveTo>
                  <a:lnTo>
                    <a:pt x="1285875" y="0"/>
                  </a:lnTo>
                  <a:lnTo>
                    <a:pt x="1285875" y="28575"/>
                  </a:lnTo>
                  <a:lnTo>
                    <a:pt x="1257300" y="28575"/>
                  </a:lnTo>
                  <a:close/>
                  <a:moveTo>
                    <a:pt x="1314450" y="0"/>
                  </a:moveTo>
                  <a:lnTo>
                    <a:pt x="1343025" y="0"/>
                  </a:lnTo>
                  <a:lnTo>
                    <a:pt x="1343025" y="28575"/>
                  </a:lnTo>
                  <a:lnTo>
                    <a:pt x="1314450" y="28575"/>
                  </a:lnTo>
                  <a:close/>
                  <a:moveTo>
                    <a:pt x="1371600" y="0"/>
                  </a:moveTo>
                  <a:lnTo>
                    <a:pt x="1400175" y="0"/>
                  </a:lnTo>
                  <a:lnTo>
                    <a:pt x="1400175" y="28575"/>
                  </a:lnTo>
                  <a:lnTo>
                    <a:pt x="1371600" y="28575"/>
                  </a:lnTo>
                  <a:close/>
                  <a:moveTo>
                    <a:pt x="1428750" y="0"/>
                  </a:moveTo>
                  <a:lnTo>
                    <a:pt x="1457325" y="0"/>
                  </a:lnTo>
                  <a:lnTo>
                    <a:pt x="1457325" y="28575"/>
                  </a:lnTo>
                  <a:lnTo>
                    <a:pt x="1428750" y="28575"/>
                  </a:lnTo>
                  <a:close/>
                  <a:moveTo>
                    <a:pt x="1485900" y="0"/>
                  </a:moveTo>
                  <a:lnTo>
                    <a:pt x="1514475" y="0"/>
                  </a:lnTo>
                  <a:lnTo>
                    <a:pt x="1514475" y="28575"/>
                  </a:lnTo>
                  <a:lnTo>
                    <a:pt x="1485900" y="28575"/>
                  </a:lnTo>
                  <a:close/>
                  <a:moveTo>
                    <a:pt x="1543050" y="0"/>
                  </a:moveTo>
                  <a:lnTo>
                    <a:pt x="1571625" y="0"/>
                  </a:lnTo>
                  <a:lnTo>
                    <a:pt x="1571625" y="28575"/>
                  </a:lnTo>
                  <a:lnTo>
                    <a:pt x="1543050" y="28575"/>
                  </a:lnTo>
                  <a:close/>
                  <a:moveTo>
                    <a:pt x="1600200" y="0"/>
                  </a:moveTo>
                  <a:lnTo>
                    <a:pt x="1628775" y="0"/>
                  </a:lnTo>
                  <a:lnTo>
                    <a:pt x="1628775" y="28575"/>
                  </a:lnTo>
                  <a:lnTo>
                    <a:pt x="1600200" y="28575"/>
                  </a:lnTo>
                  <a:close/>
                  <a:moveTo>
                    <a:pt x="1657350" y="0"/>
                  </a:moveTo>
                  <a:lnTo>
                    <a:pt x="1685925" y="0"/>
                  </a:lnTo>
                  <a:lnTo>
                    <a:pt x="1685925" y="28575"/>
                  </a:lnTo>
                  <a:lnTo>
                    <a:pt x="1657350" y="28575"/>
                  </a:lnTo>
                  <a:close/>
                  <a:moveTo>
                    <a:pt x="1714500" y="0"/>
                  </a:moveTo>
                  <a:lnTo>
                    <a:pt x="1743075" y="0"/>
                  </a:lnTo>
                  <a:lnTo>
                    <a:pt x="1743075" y="28575"/>
                  </a:lnTo>
                  <a:lnTo>
                    <a:pt x="1714500" y="28575"/>
                  </a:lnTo>
                  <a:close/>
                  <a:moveTo>
                    <a:pt x="1771650" y="0"/>
                  </a:moveTo>
                  <a:lnTo>
                    <a:pt x="1800225" y="0"/>
                  </a:lnTo>
                  <a:lnTo>
                    <a:pt x="1800225" y="28575"/>
                  </a:lnTo>
                  <a:lnTo>
                    <a:pt x="1771650" y="28575"/>
                  </a:lnTo>
                  <a:close/>
                  <a:moveTo>
                    <a:pt x="1828800" y="0"/>
                  </a:moveTo>
                  <a:lnTo>
                    <a:pt x="1857375" y="0"/>
                  </a:lnTo>
                  <a:lnTo>
                    <a:pt x="1857375" y="28575"/>
                  </a:lnTo>
                  <a:lnTo>
                    <a:pt x="1828800" y="28575"/>
                  </a:lnTo>
                  <a:close/>
                  <a:moveTo>
                    <a:pt x="1885950" y="0"/>
                  </a:moveTo>
                  <a:lnTo>
                    <a:pt x="1914525" y="0"/>
                  </a:lnTo>
                  <a:lnTo>
                    <a:pt x="1914525" y="28575"/>
                  </a:lnTo>
                  <a:lnTo>
                    <a:pt x="1885950" y="28575"/>
                  </a:lnTo>
                  <a:close/>
                  <a:moveTo>
                    <a:pt x="1943100" y="0"/>
                  </a:moveTo>
                  <a:lnTo>
                    <a:pt x="1971675" y="0"/>
                  </a:lnTo>
                  <a:lnTo>
                    <a:pt x="1971675" y="28575"/>
                  </a:lnTo>
                  <a:lnTo>
                    <a:pt x="1943100" y="28575"/>
                  </a:lnTo>
                  <a:close/>
                  <a:moveTo>
                    <a:pt x="2000250" y="0"/>
                  </a:moveTo>
                  <a:lnTo>
                    <a:pt x="2028825" y="0"/>
                  </a:lnTo>
                  <a:lnTo>
                    <a:pt x="2028825" y="28575"/>
                  </a:lnTo>
                  <a:lnTo>
                    <a:pt x="2000250" y="28575"/>
                  </a:lnTo>
                  <a:close/>
                  <a:moveTo>
                    <a:pt x="2057400" y="0"/>
                  </a:moveTo>
                  <a:lnTo>
                    <a:pt x="2085975" y="0"/>
                  </a:lnTo>
                  <a:lnTo>
                    <a:pt x="2085975" y="28575"/>
                  </a:lnTo>
                  <a:lnTo>
                    <a:pt x="2057400" y="28575"/>
                  </a:lnTo>
                  <a:close/>
                  <a:moveTo>
                    <a:pt x="2114550" y="0"/>
                  </a:moveTo>
                  <a:lnTo>
                    <a:pt x="2143125" y="0"/>
                  </a:lnTo>
                  <a:lnTo>
                    <a:pt x="2143125" y="28575"/>
                  </a:lnTo>
                  <a:lnTo>
                    <a:pt x="2114550" y="28575"/>
                  </a:lnTo>
                  <a:close/>
                  <a:moveTo>
                    <a:pt x="2171700" y="0"/>
                  </a:moveTo>
                  <a:lnTo>
                    <a:pt x="2200275" y="0"/>
                  </a:lnTo>
                  <a:lnTo>
                    <a:pt x="2200275" y="28575"/>
                  </a:lnTo>
                  <a:lnTo>
                    <a:pt x="2171700" y="28575"/>
                  </a:lnTo>
                  <a:close/>
                  <a:moveTo>
                    <a:pt x="2228850" y="0"/>
                  </a:moveTo>
                  <a:lnTo>
                    <a:pt x="2257425" y="0"/>
                  </a:lnTo>
                  <a:lnTo>
                    <a:pt x="2257425" y="28575"/>
                  </a:lnTo>
                  <a:lnTo>
                    <a:pt x="2228850" y="28575"/>
                  </a:lnTo>
                  <a:close/>
                  <a:moveTo>
                    <a:pt x="2286000" y="0"/>
                  </a:moveTo>
                  <a:lnTo>
                    <a:pt x="2314575" y="0"/>
                  </a:lnTo>
                  <a:lnTo>
                    <a:pt x="2314575" y="28575"/>
                  </a:lnTo>
                  <a:lnTo>
                    <a:pt x="2286000" y="28575"/>
                  </a:lnTo>
                  <a:close/>
                  <a:moveTo>
                    <a:pt x="2343150" y="0"/>
                  </a:moveTo>
                  <a:lnTo>
                    <a:pt x="2371725" y="0"/>
                  </a:lnTo>
                  <a:lnTo>
                    <a:pt x="2371725" y="28575"/>
                  </a:lnTo>
                  <a:lnTo>
                    <a:pt x="2343150" y="28575"/>
                  </a:lnTo>
                  <a:close/>
                  <a:moveTo>
                    <a:pt x="2400300" y="0"/>
                  </a:moveTo>
                  <a:lnTo>
                    <a:pt x="2428875" y="0"/>
                  </a:lnTo>
                  <a:lnTo>
                    <a:pt x="2428875" y="28575"/>
                  </a:lnTo>
                  <a:lnTo>
                    <a:pt x="2400300" y="28575"/>
                  </a:lnTo>
                  <a:close/>
                  <a:moveTo>
                    <a:pt x="2457450" y="0"/>
                  </a:moveTo>
                  <a:lnTo>
                    <a:pt x="2486025" y="0"/>
                  </a:lnTo>
                  <a:lnTo>
                    <a:pt x="2486025" y="28575"/>
                  </a:lnTo>
                  <a:lnTo>
                    <a:pt x="2457450" y="28575"/>
                  </a:lnTo>
                  <a:close/>
                  <a:moveTo>
                    <a:pt x="2514600" y="0"/>
                  </a:moveTo>
                  <a:lnTo>
                    <a:pt x="2543175" y="0"/>
                  </a:lnTo>
                  <a:lnTo>
                    <a:pt x="2543175" y="28575"/>
                  </a:lnTo>
                  <a:lnTo>
                    <a:pt x="2514600" y="28575"/>
                  </a:lnTo>
                  <a:close/>
                  <a:moveTo>
                    <a:pt x="2571750" y="0"/>
                  </a:moveTo>
                  <a:lnTo>
                    <a:pt x="2600325" y="0"/>
                  </a:lnTo>
                  <a:lnTo>
                    <a:pt x="2600325" y="28575"/>
                  </a:lnTo>
                  <a:lnTo>
                    <a:pt x="2571750" y="28575"/>
                  </a:lnTo>
                  <a:close/>
                  <a:moveTo>
                    <a:pt x="2628900" y="0"/>
                  </a:moveTo>
                  <a:lnTo>
                    <a:pt x="2657475" y="0"/>
                  </a:lnTo>
                  <a:lnTo>
                    <a:pt x="2657475" y="28575"/>
                  </a:lnTo>
                  <a:lnTo>
                    <a:pt x="2628900" y="28575"/>
                  </a:lnTo>
                  <a:close/>
                  <a:moveTo>
                    <a:pt x="2686050" y="0"/>
                  </a:moveTo>
                  <a:lnTo>
                    <a:pt x="2714625" y="0"/>
                  </a:lnTo>
                  <a:lnTo>
                    <a:pt x="2714625" y="28575"/>
                  </a:lnTo>
                  <a:lnTo>
                    <a:pt x="2686050" y="28575"/>
                  </a:lnTo>
                  <a:close/>
                  <a:moveTo>
                    <a:pt x="2743200" y="0"/>
                  </a:moveTo>
                  <a:lnTo>
                    <a:pt x="2771775" y="0"/>
                  </a:lnTo>
                  <a:lnTo>
                    <a:pt x="2771775" y="28575"/>
                  </a:lnTo>
                  <a:lnTo>
                    <a:pt x="2743200" y="28575"/>
                  </a:lnTo>
                  <a:close/>
                  <a:moveTo>
                    <a:pt x="2800350" y="0"/>
                  </a:moveTo>
                  <a:lnTo>
                    <a:pt x="2828925" y="0"/>
                  </a:lnTo>
                  <a:lnTo>
                    <a:pt x="2828925" y="28575"/>
                  </a:lnTo>
                  <a:lnTo>
                    <a:pt x="2800350" y="28575"/>
                  </a:lnTo>
                  <a:close/>
                  <a:moveTo>
                    <a:pt x="2857500" y="0"/>
                  </a:moveTo>
                  <a:lnTo>
                    <a:pt x="2886075" y="0"/>
                  </a:lnTo>
                  <a:lnTo>
                    <a:pt x="2886075" y="28575"/>
                  </a:lnTo>
                  <a:lnTo>
                    <a:pt x="2857500" y="28575"/>
                  </a:lnTo>
                  <a:close/>
                  <a:moveTo>
                    <a:pt x="2914650" y="0"/>
                  </a:moveTo>
                  <a:lnTo>
                    <a:pt x="2943225" y="0"/>
                  </a:lnTo>
                  <a:lnTo>
                    <a:pt x="2943225" y="28575"/>
                  </a:lnTo>
                  <a:lnTo>
                    <a:pt x="2914650" y="28575"/>
                  </a:lnTo>
                  <a:close/>
                  <a:moveTo>
                    <a:pt x="2971800" y="0"/>
                  </a:moveTo>
                  <a:lnTo>
                    <a:pt x="3000375" y="0"/>
                  </a:lnTo>
                  <a:lnTo>
                    <a:pt x="3000375" y="28575"/>
                  </a:lnTo>
                  <a:lnTo>
                    <a:pt x="2971800" y="28575"/>
                  </a:lnTo>
                  <a:close/>
                  <a:moveTo>
                    <a:pt x="3028950" y="0"/>
                  </a:moveTo>
                  <a:lnTo>
                    <a:pt x="3057525" y="0"/>
                  </a:lnTo>
                  <a:lnTo>
                    <a:pt x="3057525" y="28575"/>
                  </a:lnTo>
                  <a:lnTo>
                    <a:pt x="3028950" y="28575"/>
                  </a:lnTo>
                  <a:close/>
                  <a:moveTo>
                    <a:pt x="3086100" y="0"/>
                  </a:moveTo>
                  <a:lnTo>
                    <a:pt x="3114675" y="0"/>
                  </a:lnTo>
                  <a:lnTo>
                    <a:pt x="3114675" y="28575"/>
                  </a:lnTo>
                  <a:lnTo>
                    <a:pt x="3086100" y="28575"/>
                  </a:lnTo>
                  <a:close/>
                  <a:moveTo>
                    <a:pt x="3143250" y="0"/>
                  </a:moveTo>
                  <a:lnTo>
                    <a:pt x="3171825" y="0"/>
                  </a:lnTo>
                  <a:lnTo>
                    <a:pt x="3171825" y="28575"/>
                  </a:lnTo>
                  <a:lnTo>
                    <a:pt x="3143250" y="28575"/>
                  </a:lnTo>
                  <a:close/>
                  <a:moveTo>
                    <a:pt x="3200400" y="0"/>
                  </a:moveTo>
                  <a:lnTo>
                    <a:pt x="3228975" y="0"/>
                  </a:lnTo>
                  <a:lnTo>
                    <a:pt x="3228975" y="28575"/>
                  </a:lnTo>
                  <a:lnTo>
                    <a:pt x="3200400" y="28575"/>
                  </a:lnTo>
                  <a:close/>
                  <a:moveTo>
                    <a:pt x="3257550" y="0"/>
                  </a:moveTo>
                  <a:lnTo>
                    <a:pt x="3286125" y="0"/>
                  </a:lnTo>
                  <a:lnTo>
                    <a:pt x="3286125" y="28575"/>
                  </a:lnTo>
                  <a:lnTo>
                    <a:pt x="3257550" y="28575"/>
                  </a:lnTo>
                  <a:close/>
                  <a:moveTo>
                    <a:pt x="3314700" y="0"/>
                  </a:moveTo>
                  <a:lnTo>
                    <a:pt x="3343275" y="0"/>
                  </a:lnTo>
                  <a:lnTo>
                    <a:pt x="3343275" y="28575"/>
                  </a:lnTo>
                  <a:lnTo>
                    <a:pt x="3314700" y="28575"/>
                  </a:lnTo>
                  <a:close/>
                  <a:moveTo>
                    <a:pt x="3371850" y="0"/>
                  </a:moveTo>
                  <a:lnTo>
                    <a:pt x="3400425" y="0"/>
                  </a:lnTo>
                  <a:lnTo>
                    <a:pt x="3400425" y="28575"/>
                  </a:lnTo>
                  <a:lnTo>
                    <a:pt x="3371850" y="28575"/>
                  </a:lnTo>
                  <a:close/>
                  <a:moveTo>
                    <a:pt x="3429000" y="0"/>
                  </a:moveTo>
                  <a:lnTo>
                    <a:pt x="3456051" y="0"/>
                  </a:lnTo>
                  <a:lnTo>
                    <a:pt x="3456051" y="28575"/>
                  </a:lnTo>
                  <a:lnTo>
                    <a:pt x="3429000" y="28575"/>
                  </a:lnTo>
                  <a:close/>
                  <a:moveTo>
                    <a:pt x="0" y="0"/>
                  </a:moveTo>
                  <a:lnTo>
                    <a:pt x="28575" y="0"/>
                  </a:lnTo>
                  <a:lnTo>
                    <a:pt x="28575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332956" y="6538646"/>
            <a:ext cx="3163824" cy="10668"/>
            <a:chOff x="0" y="0"/>
            <a:chExt cx="3163824" cy="106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63824" cy="10668"/>
            </a:xfrm>
            <a:custGeom>
              <a:avLst/>
              <a:gdLst/>
              <a:ahLst/>
              <a:cxnLst/>
              <a:rect r="r" b="b" t="t" l="l"/>
              <a:pathLst>
                <a:path h="10668" w="3163824">
                  <a:moveTo>
                    <a:pt x="2372868" y="0"/>
                  </a:moveTo>
                  <a:lnTo>
                    <a:pt x="1581912" y="0"/>
                  </a:lnTo>
                  <a:lnTo>
                    <a:pt x="790956" y="0"/>
                  </a:lnTo>
                  <a:lnTo>
                    <a:pt x="0" y="0"/>
                  </a:lnTo>
                  <a:lnTo>
                    <a:pt x="0" y="10668"/>
                  </a:lnTo>
                  <a:lnTo>
                    <a:pt x="790956" y="10668"/>
                  </a:lnTo>
                  <a:lnTo>
                    <a:pt x="1581912" y="10668"/>
                  </a:lnTo>
                  <a:lnTo>
                    <a:pt x="2372868" y="10668"/>
                  </a:lnTo>
                  <a:lnTo>
                    <a:pt x="3163824" y="10668"/>
                  </a:lnTo>
                  <a:lnTo>
                    <a:pt x="3163824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32956" y="6298340"/>
            <a:ext cx="3226889" cy="272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b="true" sz="1596" spc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  <a:hlinkClick r:id="rId9" tooltip="https://www.expoasa.com.br/ideasun"/>
              </a:rPr>
              <a:t>www.expoasa.com.br/ideasun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40479" y="647700"/>
            <a:ext cx="7303740" cy="5323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true">
                <a:solidFill>
                  <a:srgbClr val="DD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(EXCLUIR ESTE SLIDE)</a:t>
            </a:r>
          </a:p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ORIENTAÇÕES GERAIS:</a:t>
            </a:r>
          </a:p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A CRIATIVIDADE É UM ELEMENTO MUITO IMPORTANTE EM UM IDEATHON, PORÉM ALGUNS PADRÕES DEVERÃO SER SEGUIDOS PARA QUE TENHAMOS UM PROCESSO DE AVALIAÇÃO JUSTO.</a:t>
            </a:r>
          </a:p>
          <a:p>
            <a:pPr algn="ctr">
              <a:lnSpc>
                <a:spcPts val="2660"/>
              </a:lnSpc>
            </a:pPr>
          </a:p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DESTE MODO, É OBRIGATÓRIO:</a:t>
            </a:r>
          </a:p>
          <a:p>
            <a:pPr algn="ctr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MANTER O LAYOUT DO SLIDE COM AS LOGOMARCAS;</a:t>
            </a:r>
          </a:p>
          <a:p>
            <a:pPr algn="ctr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MANTER O NÚMERO DE SLIDES DISPONÍVEIS (13 À 14 SLIDES);</a:t>
            </a:r>
          </a:p>
          <a:p>
            <a:pPr algn="ctr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MANTER A ORDEM DOS SLIDES.</a:t>
            </a:r>
          </a:p>
          <a:p>
            <a:pPr algn="ctr">
              <a:lnSpc>
                <a:spcPts val="2660"/>
              </a:lnSpc>
            </a:pPr>
          </a:p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É PERMITIDO:</a:t>
            </a:r>
          </a:p>
          <a:p>
            <a:pPr algn="ctr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INSERIR IMAGENS E VÍDEOS;</a:t>
            </a:r>
          </a:p>
          <a:p>
            <a:pPr algn="ctr" marL="410211" indent="-205106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ALTERAR FONTE E TAMANHO DAS LETRAS, DESDE QUE NÃO COMPROMETAM A LEITURA DAS INFORMAÇÕES.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65108" y="5963412"/>
            <a:ext cx="3127248" cy="765048"/>
          </a:xfrm>
          <a:custGeom>
            <a:avLst/>
            <a:gdLst/>
            <a:ahLst/>
            <a:cxnLst/>
            <a:rect r="r" b="b" t="t" l="l"/>
            <a:pathLst>
              <a:path h="765048" w="3127248">
                <a:moveTo>
                  <a:pt x="0" y="0"/>
                </a:moveTo>
                <a:lnTo>
                  <a:pt x="3127248" y="0"/>
                </a:lnTo>
                <a:lnTo>
                  <a:pt x="3127248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 descr="Uma imagem contendo Interface gráfica do usuário  Descrição gerada automaticamente"/>
          <p:cNvSpPr/>
          <p:nvPr/>
        </p:nvSpPr>
        <p:spPr>
          <a:xfrm flipH="false" flipV="false" rot="0">
            <a:off x="9913344" y="6131138"/>
            <a:ext cx="1949806" cy="469230"/>
          </a:xfrm>
          <a:custGeom>
            <a:avLst/>
            <a:gdLst/>
            <a:ahLst/>
            <a:cxnLst/>
            <a:rect r="r" b="b" t="t" l="l"/>
            <a:pathLst>
              <a:path h="469230" w="1949806">
                <a:moveTo>
                  <a:pt x="0" y="0"/>
                </a:moveTo>
                <a:lnTo>
                  <a:pt x="1949805" y="0"/>
                </a:lnTo>
                <a:lnTo>
                  <a:pt x="1949805" y="469230"/>
                </a:lnTo>
                <a:lnTo>
                  <a:pt x="0" y="469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 descr="Logotipo  Descrição gerada automaticamente"/>
          <p:cNvSpPr/>
          <p:nvPr/>
        </p:nvSpPr>
        <p:spPr>
          <a:xfrm flipH="false" flipV="false" rot="0">
            <a:off x="8966416" y="6091666"/>
            <a:ext cx="893674" cy="583282"/>
          </a:xfrm>
          <a:custGeom>
            <a:avLst/>
            <a:gdLst/>
            <a:ahLst/>
            <a:cxnLst/>
            <a:rect r="r" b="b" t="t" l="l"/>
            <a:pathLst>
              <a:path h="583282" w="893674">
                <a:moveTo>
                  <a:pt x="0" y="0"/>
                </a:moveTo>
                <a:lnTo>
                  <a:pt x="893674" y="0"/>
                </a:lnTo>
                <a:lnTo>
                  <a:pt x="893674" y="583283"/>
                </a:lnTo>
                <a:lnTo>
                  <a:pt x="0" y="583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6116" y="5963412"/>
            <a:ext cx="1944624" cy="765048"/>
          </a:xfrm>
          <a:custGeom>
            <a:avLst/>
            <a:gdLst/>
            <a:ahLst/>
            <a:cxnLst/>
            <a:rect r="r" b="b" t="t" l="l"/>
            <a:pathLst>
              <a:path h="765048" w="1944624">
                <a:moveTo>
                  <a:pt x="0" y="0"/>
                </a:moveTo>
                <a:lnTo>
                  <a:pt x="1944624" y="0"/>
                </a:lnTo>
                <a:lnTo>
                  <a:pt x="1944624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 descr="Forma  Descrição gerada automaticamente com confiança média"/>
          <p:cNvSpPr/>
          <p:nvPr/>
        </p:nvSpPr>
        <p:spPr>
          <a:xfrm flipH="false" flipV="false" rot="0">
            <a:off x="4148728" y="6075950"/>
            <a:ext cx="583501" cy="526447"/>
          </a:xfrm>
          <a:custGeom>
            <a:avLst/>
            <a:gdLst/>
            <a:ahLst/>
            <a:cxnLst/>
            <a:rect r="r" b="b" t="t" l="l"/>
            <a:pathLst>
              <a:path h="526447" w="583501">
                <a:moveTo>
                  <a:pt x="0" y="0"/>
                </a:moveTo>
                <a:lnTo>
                  <a:pt x="583502" y="0"/>
                </a:lnTo>
                <a:lnTo>
                  <a:pt x="583502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"/>
            </a:stretch>
          </a:blipFill>
        </p:spPr>
      </p:sp>
      <p:sp>
        <p:nvSpPr>
          <p:cNvPr name="Freeform 7" id="7" descr="Forma, Logotipo  O conteúdo gerado por IA pode estar incorreto."/>
          <p:cNvSpPr/>
          <p:nvPr/>
        </p:nvSpPr>
        <p:spPr>
          <a:xfrm flipH="false" flipV="false" rot="0">
            <a:off x="5029505" y="6091666"/>
            <a:ext cx="766924" cy="526447"/>
          </a:xfrm>
          <a:custGeom>
            <a:avLst/>
            <a:gdLst/>
            <a:ahLst/>
            <a:cxnLst/>
            <a:rect r="r" b="b" t="t" l="l"/>
            <a:pathLst>
              <a:path h="526447" w="766924">
                <a:moveTo>
                  <a:pt x="0" y="0"/>
                </a:moveTo>
                <a:lnTo>
                  <a:pt x="766924" y="0"/>
                </a:lnTo>
                <a:lnTo>
                  <a:pt x="766924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"/>
            </a:stretch>
          </a:blipFill>
        </p:spPr>
      </p:sp>
      <p:sp>
        <p:nvSpPr>
          <p:cNvPr name="Freeform 8" id="8" descr="Logotipo  O conteúdo gerado por IA pode estar incorreto."/>
          <p:cNvSpPr/>
          <p:nvPr/>
        </p:nvSpPr>
        <p:spPr>
          <a:xfrm flipH="false" flipV="false" rot="0">
            <a:off x="0" y="0"/>
            <a:ext cx="3810000" cy="6858000"/>
          </a:xfrm>
          <a:custGeom>
            <a:avLst/>
            <a:gdLst/>
            <a:ahLst/>
            <a:cxnLst/>
            <a:rect r="r" b="b" t="t" l="l"/>
            <a:pathLst>
              <a:path h="6858000" w="3810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8840" y="6109316"/>
            <a:ext cx="3456003" cy="29299"/>
            <a:chOff x="0" y="0"/>
            <a:chExt cx="3456000" cy="292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56051" cy="28575"/>
            </a:xfrm>
            <a:custGeom>
              <a:avLst/>
              <a:gdLst/>
              <a:ahLst/>
              <a:cxnLst/>
              <a:rect r="r" b="b" t="t" l="l"/>
              <a:pathLst>
                <a:path h="28575" w="3456051">
                  <a:moveTo>
                    <a:pt x="57150" y="0"/>
                  </a:moveTo>
                  <a:lnTo>
                    <a:pt x="85725" y="0"/>
                  </a:lnTo>
                  <a:lnTo>
                    <a:pt x="85725" y="28575"/>
                  </a:lnTo>
                  <a:lnTo>
                    <a:pt x="57150" y="28575"/>
                  </a:lnTo>
                  <a:close/>
                  <a:moveTo>
                    <a:pt x="114300" y="0"/>
                  </a:moveTo>
                  <a:lnTo>
                    <a:pt x="142875" y="0"/>
                  </a:lnTo>
                  <a:lnTo>
                    <a:pt x="142875" y="28575"/>
                  </a:lnTo>
                  <a:lnTo>
                    <a:pt x="114300" y="28575"/>
                  </a:lnTo>
                  <a:close/>
                  <a:moveTo>
                    <a:pt x="171450" y="0"/>
                  </a:moveTo>
                  <a:lnTo>
                    <a:pt x="200025" y="0"/>
                  </a:lnTo>
                  <a:lnTo>
                    <a:pt x="200025" y="28575"/>
                  </a:lnTo>
                  <a:lnTo>
                    <a:pt x="171450" y="28575"/>
                  </a:lnTo>
                  <a:close/>
                  <a:moveTo>
                    <a:pt x="228600" y="0"/>
                  </a:moveTo>
                  <a:lnTo>
                    <a:pt x="257175" y="0"/>
                  </a:lnTo>
                  <a:lnTo>
                    <a:pt x="257175" y="28575"/>
                  </a:lnTo>
                  <a:lnTo>
                    <a:pt x="228600" y="28575"/>
                  </a:lnTo>
                  <a:close/>
                  <a:moveTo>
                    <a:pt x="285750" y="0"/>
                  </a:moveTo>
                  <a:lnTo>
                    <a:pt x="314325" y="0"/>
                  </a:lnTo>
                  <a:lnTo>
                    <a:pt x="314325" y="28575"/>
                  </a:lnTo>
                  <a:lnTo>
                    <a:pt x="285750" y="28575"/>
                  </a:lnTo>
                  <a:close/>
                  <a:moveTo>
                    <a:pt x="342900" y="0"/>
                  </a:moveTo>
                  <a:lnTo>
                    <a:pt x="371475" y="0"/>
                  </a:lnTo>
                  <a:lnTo>
                    <a:pt x="371475" y="28575"/>
                  </a:lnTo>
                  <a:lnTo>
                    <a:pt x="342900" y="28575"/>
                  </a:lnTo>
                  <a:close/>
                  <a:moveTo>
                    <a:pt x="400050" y="0"/>
                  </a:moveTo>
                  <a:lnTo>
                    <a:pt x="428625" y="0"/>
                  </a:lnTo>
                  <a:lnTo>
                    <a:pt x="428625" y="28575"/>
                  </a:lnTo>
                  <a:lnTo>
                    <a:pt x="400050" y="28575"/>
                  </a:lnTo>
                  <a:close/>
                  <a:moveTo>
                    <a:pt x="457200" y="0"/>
                  </a:moveTo>
                  <a:lnTo>
                    <a:pt x="485775" y="0"/>
                  </a:lnTo>
                  <a:lnTo>
                    <a:pt x="485775" y="28575"/>
                  </a:lnTo>
                  <a:lnTo>
                    <a:pt x="457200" y="28575"/>
                  </a:lnTo>
                  <a:close/>
                  <a:moveTo>
                    <a:pt x="514350" y="0"/>
                  </a:moveTo>
                  <a:lnTo>
                    <a:pt x="542925" y="0"/>
                  </a:lnTo>
                  <a:lnTo>
                    <a:pt x="542925" y="28575"/>
                  </a:lnTo>
                  <a:lnTo>
                    <a:pt x="514350" y="28575"/>
                  </a:lnTo>
                  <a:close/>
                  <a:moveTo>
                    <a:pt x="571500" y="0"/>
                  </a:moveTo>
                  <a:lnTo>
                    <a:pt x="600075" y="0"/>
                  </a:lnTo>
                  <a:lnTo>
                    <a:pt x="600075" y="28575"/>
                  </a:lnTo>
                  <a:lnTo>
                    <a:pt x="571500" y="28575"/>
                  </a:lnTo>
                  <a:close/>
                  <a:moveTo>
                    <a:pt x="628650" y="0"/>
                  </a:moveTo>
                  <a:lnTo>
                    <a:pt x="657225" y="0"/>
                  </a:lnTo>
                  <a:lnTo>
                    <a:pt x="657225" y="28575"/>
                  </a:lnTo>
                  <a:lnTo>
                    <a:pt x="628650" y="28575"/>
                  </a:lnTo>
                  <a:close/>
                  <a:moveTo>
                    <a:pt x="685800" y="0"/>
                  </a:moveTo>
                  <a:lnTo>
                    <a:pt x="714375" y="0"/>
                  </a:lnTo>
                  <a:lnTo>
                    <a:pt x="714375" y="28575"/>
                  </a:lnTo>
                  <a:lnTo>
                    <a:pt x="685800" y="28575"/>
                  </a:lnTo>
                  <a:close/>
                  <a:moveTo>
                    <a:pt x="742950" y="0"/>
                  </a:moveTo>
                  <a:lnTo>
                    <a:pt x="771525" y="0"/>
                  </a:lnTo>
                  <a:lnTo>
                    <a:pt x="771525" y="28575"/>
                  </a:lnTo>
                  <a:lnTo>
                    <a:pt x="742950" y="28575"/>
                  </a:lnTo>
                  <a:close/>
                  <a:moveTo>
                    <a:pt x="800100" y="0"/>
                  </a:moveTo>
                  <a:lnTo>
                    <a:pt x="828675" y="0"/>
                  </a:lnTo>
                  <a:lnTo>
                    <a:pt x="828675" y="28575"/>
                  </a:lnTo>
                  <a:lnTo>
                    <a:pt x="800100" y="28575"/>
                  </a:lnTo>
                  <a:close/>
                  <a:moveTo>
                    <a:pt x="857250" y="0"/>
                  </a:moveTo>
                  <a:lnTo>
                    <a:pt x="885825" y="0"/>
                  </a:lnTo>
                  <a:lnTo>
                    <a:pt x="885825" y="28575"/>
                  </a:lnTo>
                  <a:lnTo>
                    <a:pt x="857250" y="28575"/>
                  </a:lnTo>
                  <a:close/>
                  <a:moveTo>
                    <a:pt x="914400" y="0"/>
                  </a:moveTo>
                  <a:lnTo>
                    <a:pt x="942975" y="0"/>
                  </a:lnTo>
                  <a:lnTo>
                    <a:pt x="942975" y="28575"/>
                  </a:lnTo>
                  <a:lnTo>
                    <a:pt x="914400" y="28575"/>
                  </a:lnTo>
                  <a:close/>
                  <a:moveTo>
                    <a:pt x="971550" y="0"/>
                  </a:moveTo>
                  <a:lnTo>
                    <a:pt x="1000125" y="0"/>
                  </a:lnTo>
                  <a:lnTo>
                    <a:pt x="1000125" y="28575"/>
                  </a:lnTo>
                  <a:lnTo>
                    <a:pt x="971550" y="28575"/>
                  </a:lnTo>
                  <a:close/>
                  <a:moveTo>
                    <a:pt x="1028700" y="0"/>
                  </a:moveTo>
                  <a:lnTo>
                    <a:pt x="1057275" y="0"/>
                  </a:lnTo>
                  <a:lnTo>
                    <a:pt x="1057275" y="28575"/>
                  </a:lnTo>
                  <a:lnTo>
                    <a:pt x="1028700" y="28575"/>
                  </a:lnTo>
                  <a:close/>
                  <a:moveTo>
                    <a:pt x="1085850" y="0"/>
                  </a:moveTo>
                  <a:lnTo>
                    <a:pt x="1114425" y="0"/>
                  </a:lnTo>
                  <a:lnTo>
                    <a:pt x="1114425" y="28575"/>
                  </a:lnTo>
                  <a:lnTo>
                    <a:pt x="1085850" y="28575"/>
                  </a:lnTo>
                  <a:close/>
                  <a:moveTo>
                    <a:pt x="1143000" y="0"/>
                  </a:moveTo>
                  <a:lnTo>
                    <a:pt x="1171575" y="0"/>
                  </a:lnTo>
                  <a:lnTo>
                    <a:pt x="1171575" y="28575"/>
                  </a:lnTo>
                  <a:lnTo>
                    <a:pt x="1143000" y="28575"/>
                  </a:lnTo>
                  <a:close/>
                  <a:moveTo>
                    <a:pt x="1200150" y="0"/>
                  </a:moveTo>
                  <a:lnTo>
                    <a:pt x="1228725" y="0"/>
                  </a:lnTo>
                  <a:lnTo>
                    <a:pt x="1228725" y="28575"/>
                  </a:lnTo>
                  <a:lnTo>
                    <a:pt x="1200150" y="28575"/>
                  </a:lnTo>
                  <a:close/>
                  <a:moveTo>
                    <a:pt x="1257300" y="0"/>
                  </a:moveTo>
                  <a:lnTo>
                    <a:pt x="1285875" y="0"/>
                  </a:lnTo>
                  <a:lnTo>
                    <a:pt x="1285875" y="28575"/>
                  </a:lnTo>
                  <a:lnTo>
                    <a:pt x="1257300" y="28575"/>
                  </a:lnTo>
                  <a:close/>
                  <a:moveTo>
                    <a:pt x="1314450" y="0"/>
                  </a:moveTo>
                  <a:lnTo>
                    <a:pt x="1343025" y="0"/>
                  </a:lnTo>
                  <a:lnTo>
                    <a:pt x="1343025" y="28575"/>
                  </a:lnTo>
                  <a:lnTo>
                    <a:pt x="1314450" y="28575"/>
                  </a:lnTo>
                  <a:close/>
                  <a:moveTo>
                    <a:pt x="1371600" y="0"/>
                  </a:moveTo>
                  <a:lnTo>
                    <a:pt x="1400175" y="0"/>
                  </a:lnTo>
                  <a:lnTo>
                    <a:pt x="1400175" y="28575"/>
                  </a:lnTo>
                  <a:lnTo>
                    <a:pt x="1371600" y="28575"/>
                  </a:lnTo>
                  <a:close/>
                  <a:moveTo>
                    <a:pt x="1428750" y="0"/>
                  </a:moveTo>
                  <a:lnTo>
                    <a:pt x="1457325" y="0"/>
                  </a:lnTo>
                  <a:lnTo>
                    <a:pt x="1457325" y="28575"/>
                  </a:lnTo>
                  <a:lnTo>
                    <a:pt x="1428750" y="28575"/>
                  </a:lnTo>
                  <a:close/>
                  <a:moveTo>
                    <a:pt x="1485900" y="0"/>
                  </a:moveTo>
                  <a:lnTo>
                    <a:pt x="1514475" y="0"/>
                  </a:lnTo>
                  <a:lnTo>
                    <a:pt x="1514475" y="28575"/>
                  </a:lnTo>
                  <a:lnTo>
                    <a:pt x="1485900" y="28575"/>
                  </a:lnTo>
                  <a:close/>
                  <a:moveTo>
                    <a:pt x="1543050" y="0"/>
                  </a:moveTo>
                  <a:lnTo>
                    <a:pt x="1571625" y="0"/>
                  </a:lnTo>
                  <a:lnTo>
                    <a:pt x="1571625" y="28575"/>
                  </a:lnTo>
                  <a:lnTo>
                    <a:pt x="1543050" y="28575"/>
                  </a:lnTo>
                  <a:close/>
                  <a:moveTo>
                    <a:pt x="1600200" y="0"/>
                  </a:moveTo>
                  <a:lnTo>
                    <a:pt x="1628775" y="0"/>
                  </a:lnTo>
                  <a:lnTo>
                    <a:pt x="1628775" y="28575"/>
                  </a:lnTo>
                  <a:lnTo>
                    <a:pt x="1600200" y="28575"/>
                  </a:lnTo>
                  <a:close/>
                  <a:moveTo>
                    <a:pt x="1657350" y="0"/>
                  </a:moveTo>
                  <a:lnTo>
                    <a:pt x="1685925" y="0"/>
                  </a:lnTo>
                  <a:lnTo>
                    <a:pt x="1685925" y="28575"/>
                  </a:lnTo>
                  <a:lnTo>
                    <a:pt x="1657350" y="28575"/>
                  </a:lnTo>
                  <a:close/>
                  <a:moveTo>
                    <a:pt x="1714500" y="0"/>
                  </a:moveTo>
                  <a:lnTo>
                    <a:pt x="1743075" y="0"/>
                  </a:lnTo>
                  <a:lnTo>
                    <a:pt x="1743075" y="28575"/>
                  </a:lnTo>
                  <a:lnTo>
                    <a:pt x="1714500" y="28575"/>
                  </a:lnTo>
                  <a:close/>
                  <a:moveTo>
                    <a:pt x="1771650" y="0"/>
                  </a:moveTo>
                  <a:lnTo>
                    <a:pt x="1800225" y="0"/>
                  </a:lnTo>
                  <a:lnTo>
                    <a:pt x="1800225" y="28575"/>
                  </a:lnTo>
                  <a:lnTo>
                    <a:pt x="1771650" y="28575"/>
                  </a:lnTo>
                  <a:close/>
                  <a:moveTo>
                    <a:pt x="1828800" y="0"/>
                  </a:moveTo>
                  <a:lnTo>
                    <a:pt x="1857375" y="0"/>
                  </a:lnTo>
                  <a:lnTo>
                    <a:pt x="1857375" y="28575"/>
                  </a:lnTo>
                  <a:lnTo>
                    <a:pt x="1828800" y="28575"/>
                  </a:lnTo>
                  <a:close/>
                  <a:moveTo>
                    <a:pt x="1885950" y="0"/>
                  </a:moveTo>
                  <a:lnTo>
                    <a:pt x="1914525" y="0"/>
                  </a:lnTo>
                  <a:lnTo>
                    <a:pt x="1914525" y="28575"/>
                  </a:lnTo>
                  <a:lnTo>
                    <a:pt x="1885950" y="28575"/>
                  </a:lnTo>
                  <a:close/>
                  <a:moveTo>
                    <a:pt x="1943100" y="0"/>
                  </a:moveTo>
                  <a:lnTo>
                    <a:pt x="1971675" y="0"/>
                  </a:lnTo>
                  <a:lnTo>
                    <a:pt x="1971675" y="28575"/>
                  </a:lnTo>
                  <a:lnTo>
                    <a:pt x="1943100" y="28575"/>
                  </a:lnTo>
                  <a:close/>
                  <a:moveTo>
                    <a:pt x="2000250" y="0"/>
                  </a:moveTo>
                  <a:lnTo>
                    <a:pt x="2028825" y="0"/>
                  </a:lnTo>
                  <a:lnTo>
                    <a:pt x="2028825" y="28575"/>
                  </a:lnTo>
                  <a:lnTo>
                    <a:pt x="2000250" y="28575"/>
                  </a:lnTo>
                  <a:close/>
                  <a:moveTo>
                    <a:pt x="2057400" y="0"/>
                  </a:moveTo>
                  <a:lnTo>
                    <a:pt x="2085975" y="0"/>
                  </a:lnTo>
                  <a:lnTo>
                    <a:pt x="2085975" y="28575"/>
                  </a:lnTo>
                  <a:lnTo>
                    <a:pt x="2057400" y="28575"/>
                  </a:lnTo>
                  <a:close/>
                  <a:moveTo>
                    <a:pt x="2114550" y="0"/>
                  </a:moveTo>
                  <a:lnTo>
                    <a:pt x="2143125" y="0"/>
                  </a:lnTo>
                  <a:lnTo>
                    <a:pt x="2143125" y="28575"/>
                  </a:lnTo>
                  <a:lnTo>
                    <a:pt x="2114550" y="28575"/>
                  </a:lnTo>
                  <a:close/>
                  <a:moveTo>
                    <a:pt x="2171700" y="0"/>
                  </a:moveTo>
                  <a:lnTo>
                    <a:pt x="2200275" y="0"/>
                  </a:lnTo>
                  <a:lnTo>
                    <a:pt x="2200275" y="28575"/>
                  </a:lnTo>
                  <a:lnTo>
                    <a:pt x="2171700" y="28575"/>
                  </a:lnTo>
                  <a:close/>
                  <a:moveTo>
                    <a:pt x="2228850" y="0"/>
                  </a:moveTo>
                  <a:lnTo>
                    <a:pt x="2257425" y="0"/>
                  </a:lnTo>
                  <a:lnTo>
                    <a:pt x="2257425" y="28575"/>
                  </a:lnTo>
                  <a:lnTo>
                    <a:pt x="2228850" y="28575"/>
                  </a:lnTo>
                  <a:close/>
                  <a:moveTo>
                    <a:pt x="2286000" y="0"/>
                  </a:moveTo>
                  <a:lnTo>
                    <a:pt x="2314575" y="0"/>
                  </a:lnTo>
                  <a:lnTo>
                    <a:pt x="2314575" y="28575"/>
                  </a:lnTo>
                  <a:lnTo>
                    <a:pt x="2286000" y="28575"/>
                  </a:lnTo>
                  <a:close/>
                  <a:moveTo>
                    <a:pt x="2343150" y="0"/>
                  </a:moveTo>
                  <a:lnTo>
                    <a:pt x="2371725" y="0"/>
                  </a:lnTo>
                  <a:lnTo>
                    <a:pt x="2371725" y="28575"/>
                  </a:lnTo>
                  <a:lnTo>
                    <a:pt x="2343150" y="28575"/>
                  </a:lnTo>
                  <a:close/>
                  <a:moveTo>
                    <a:pt x="2400300" y="0"/>
                  </a:moveTo>
                  <a:lnTo>
                    <a:pt x="2428875" y="0"/>
                  </a:lnTo>
                  <a:lnTo>
                    <a:pt x="2428875" y="28575"/>
                  </a:lnTo>
                  <a:lnTo>
                    <a:pt x="2400300" y="28575"/>
                  </a:lnTo>
                  <a:close/>
                  <a:moveTo>
                    <a:pt x="2457450" y="0"/>
                  </a:moveTo>
                  <a:lnTo>
                    <a:pt x="2486025" y="0"/>
                  </a:lnTo>
                  <a:lnTo>
                    <a:pt x="2486025" y="28575"/>
                  </a:lnTo>
                  <a:lnTo>
                    <a:pt x="2457450" y="28575"/>
                  </a:lnTo>
                  <a:close/>
                  <a:moveTo>
                    <a:pt x="2514600" y="0"/>
                  </a:moveTo>
                  <a:lnTo>
                    <a:pt x="2543175" y="0"/>
                  </a:lnTo>
                  <a:lnTo>
                    <a:pt x="2543175" y="28575"/>
                  </a:lnTo>
                  <a:lnTo>
                    <a:pt x="2514600" y="28575"/>
                  </a:lnTo>
                  <a:close/>
                  <a:moveTo>
                    <a:pt x="2571750" y="0"/>
                  </a:moveTo>
                  <a:lnTo>
                    <a:pt x="2600325" y="0"/>
                  </a:lnTo>
                  <a:lnTo>
                    <a:pt x="2600325" y="28575"/>
                  </a:lnTo>
                  <a:lnTo>
                    <a:pt x="2571750" y="28575"/>
                  </a:lnTo>
                  <a:close/>
                  <a:moveTo>
                    <a:pt x="2628900" y="0"/>
                  </a:moveTo>
                  <a:lnTo>
                    <a:pt x="2657475" y="0"/>
                  </a:lnTo>
                  <a:lnTo>
                    <a:pt x="2657475" y="28575"/>
                  </a:lnTo>
                  <a:lnTo>
                    <a:pt x="2628900" y="28575"/>
                  </a:lnTo>
                  <a:close/>
                  <a:moveTo>
                    <a:pt x="2686050" y="0"/>
                  </a:moveTo>
                  <a:lnTo>
                    <a:pt x="2714625" y="0"/>
                  </a:lnTo>
                  <a:lnTo>
                    <a:pt x="2714625" y="28575"/>
                  </a:lnTo>
                  <a:lnTo>
                    <a:pt x="2686050" y="28575"/>
                  </a:lnTo>
                  <a:close/>
                  <a:moveTo>
                    <a:pt x="2743200" y="0"/>
                  </a:moveTo>
                  <a:lnTo>
                    <a:pt x="2771775" y="0"/>
                  </a:lnTo>
                  <a:lnTo>
                    <a:pt x="2771775" y="28575"/>
                  </a:lnTo>
                  <a:lnTo>
                    <a:pt x="2743200" y="28575"/>
                  </a:lnTo>
                  <a:close/>
                  <a:moveTo>
                    <a:pt x="2800350" y="0"/>
                  </a:moveTo>
                  <a:lnTo>
                    <a:pt x="2828925" y="0"/>
                  </a:lnTo>
                  <a:lnTo>
                    <a:pt x="2828925" y="28575"/>
                  </a:lnTo>
                  <a:lnTo>
                    <a:pt x="2800350" y="28575"/>
                  </a:lnTo>
                  <a:close/>
                  <a:moveTo>
                    <a:pt x="2857500" y="0"/>
                  </a:moveTo>
                  <a:lnTo>
                    <a:pt x="2886075" y="0"/>
                  </a:lnTo>
                  <a:lnTo>
                    <a:pt x="2886075" y="28575"/>
                  </a:lnTo>
                  <a:lnTo>
                    <a:pt x="2857500" y="28575"/>
                  </a:lnTo>
                  <a:close/>
                  <a:moveTo>
                    <a:pt x="2914650" y="0"/>
                  </a:moveTo>
                  <a:lnTo>
                    <a:pt x="2943225" y="0"/>
                  </a:lnTo>
                  <a:lnTo>
                    <a:pt x="2943225" y="28575"/>
                  </a:lnTo>
                  <a:lnTo>
                    <a:pt x="2914650" y="28575"/>
                  </a:lnTo>
                  <a:close/>
                  <a:moveTo>
                    <a:pt x="2971800" y="0"/>
                  </a:moveTo>
                  <a:lnTo>
                    <a:pt x="3000375" y="0"/>
                  </a:lnTo>
                  <a:lnTo>
                    <a:pt x="3000375" y="28575"/>
                  </a:lnTo>
                  <a:lnTo>
                    <a:pt x="2971800" y="28575"/>
                  </a:lnTo>
                  <a:close/>
                  <a:moveTo>
                    <a:pt x="3028950" y="0"/>
                  </a:moveTo>
                  <a:lnTo>
                    <a:pt x="3057525" y="0"/>
                  </a:lnTo>
                  <a:lnTo>
                    <a:pt x="3057525" y="28575"/>
                  </a:lnTo>
                  <a:lnTo>
                    <a:pt x="3028950" y="28575"/>
                  </a:lnTo>
                  <a:close/>
                  <a:moveTo>
                    <a:pt x="3086100" y="0"/>
                  </a:moveTo>
                  <a:lnTo>
                    <a:pt x="3114675" y="0"/>
                  </a:lnTo>
                  <a:lnTo>
                    <a:pt x="3114675" y="28575"/>
                  </a:lnTo>
                  <a:lnTo>
                    <a:pt x="3086100" y="28575"/>
                  </a:lnTo>
                  <a:close/>
                  <a:moveTo>
                    <a:pt x="3143250" y="0"/>
                  </a:moveTo>
                  <a:lnTo>
                    <a:pt x="3171825" y="0"/>
                  </a:lnTo>
                  <a:lnTo>
                    <a:pt x="3171825" y="28575"/>
                  </a:lnTo>
                  <a:lnTo>
                    <a:pt x="3143250" y="28575"/>
                  </a:lnTo>
                  <a:close/>
                  <a:moveTo>
                    <a:pt x="3200400" y="0"/>
                  </a:moveTo>
                  <a:lnTo>
                    <a:pt x="3228975" y="0"/>
                  </a:lnTo>
                  <a:lnTo>
                    <a:pt x="3228975" y="28575"/>
                  </a:lnTo>
                  <a:lnTo>
                    <a:pt x="3200400" y="28575"/>
                  </a:lnTo>
                  <a:close/>
                  <a:moveTo>
                    <a:pt x="3257550" y="0"/>
                  </a:moveTo>
                  <a:lnTo>
                    <a:pt x="3286125" y="0"/>
                  </a:lnTo>
                  <a:lnTo>
                    <a:pt x="3286125" y="28575"/>
                  </a:lnTo>
                  <a:lnTo>
                    <a:pt x="3257550" y="28575"/>
                  </a:lnTo>
                  <a:close/>
                  <a:moveTo>
                    <a:pt x="3314700" y="0"/>
                  </a:moveTo>
                  <a:lnTo>
                    <a:pt x="3343275" y="0"/>
                  </a:lnTo>
                  <a:lnTo>
                    <a:pt x="3343275" y="28575"/>
                  </a:lnTo>
                  <a:lnTo>
                    <a:pt x="3314700" y="28575"/>
                  </a:lnTo>
                  <a:close/>
                  <a:moveTo>
                    <a:pt x="3371850" y="0"/>
                  </a:moveTo>
                  <a:lnTo>
                    <a:pt x="3400425" y="0"/>
                  </a:lnTo>
                  <a:lnTo>
                    <a:pt x="3400425" y="28575"/>
                  </a:lnTo>
                  <a:lnTo>
                    <a:pt x="3371850" y="28575"/>
                  </a:lnTo>
                  <a:close/>
                  <a:moveTo>
                    <a:pt x="3429000" y="0"/>
                  </a:moveTo>
                  <a:lnTo>
                    <a:pt x="3456051" y="0"/>
                  </a:lnTo>
                  <a:lnTo>
                    <a:pt x="3456051" y="28575"/>
                  </a:lnTo>
                  <a:lnTo>
                    <a:pt x="3429000" y="28575"/>
                  </a:lnTo>
                  <a:close/>
                  <a:moveTo>
                    <a:pt x="0" y="0"/>
                  </a:moveTo>
                  <a:lnTo>
                    <a:pt x="28575" y="0"/>
                  </a:lnTo>
                  <a:lnTo>
                    <a:pt x="28575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332956" y="6538646"/>
            <a:ext cx="3163824" cy="10668"/>
            <a:chOff x="0" y="0"/>
            <a:chExt cx="3163824" cy="106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63824" cy="10668"/>
            </a:xfrm>
            <a:custGeom>
              <a:avLst/>
              <a:gdLst/>
              <a:ahLst/>
              <a:cxnLst/>
              <a:rect r="r" b="b" t="t" l="l"/>
              <a:pathLst>
                <a:path h="10668" w="3163824">
                  <a:moveTo>
                    <a:pt x="2372868" y="0"/>
                  </a:moveTo>
                  <a:lnTo>
                    <a:pt x="1581912" y="0"/>
                  </a:lnTo>
                  <a:lnTo>
                    <a:pt x="790956" y="0"/>
                  </a:lnTo>
                  <a:lnTo>
                    <a:pt x="0" y="0"/>
                  </a:lnTo>
                  <a:lnTo>
                    <a:pt x="0" y="10668"/>
                  </a:lnTo>
                  <a:lnTo>
                    <a:pt x="790956" y="10668"/>
                  </a:lnTo>
                  <a:lnTo>
                    <a:pt x="1581912" y="10668"/>
                  </a:lnTo>
                  <a:lnTo>
                    <a:pt x="2372868" y="10668"/>
                  </a:lnTo>
                  <a:lnTo>
                    <a:pt x="3163824" y="10668"/>
                  </a:lnTo>
                  <a:lnTo>
                    <a:pt x="3163824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32956" y="6298340"/>
            <a:ext cx="3226889" cy="272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b="true" sz="1596" spc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  <a:hlinkClick r:id="rId9" tooltip="https://www.expoasa.com.br/ideasun"/>
              </a:rPr>
              <a:t>www.expoasa.com.br/ideasun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440479" y="2833052"/>
            <a:ext cx="7303740" cy="99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TÍTULO DA PROPOSTA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95532" y="2297113"/>
            <a:ext cx="4467617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O TÍTULO DA PROPOSTA É REFERENTE AO PRODUTO, IDEIA, PROJETO DA EQUIPE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(EXCLUIR ESTE TEXTO)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58540" y="3701098"/>
            <a:ext cx="4467617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NOME DA EQUIPE</a:t>
            </a:r>
          </a:p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CATEGORIA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440479" y="4857655"/>
            <a:ext cx="7303740" cy="123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NÃO IDENTIFICAR NO NOME DA EQUIPE A CIDADE E A ESCOLA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CATEGORIA= ENSINO FUNDAMENTAL I, ENSINO FUNDAMENTAL II, ENSINO MÉDIO E ENSINO MÉDIO-TÉCNICO, ENSINO SUPERIOR E EDUCAÇÃO PROFISSIONAL, ENSINO ESPECIAL. SELECIONAR A CATEGORIA CORRESPONDENTE À INSCRIÇÃO.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 (EXCLUIR ESTE TEXTO)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65108" y="5963412"/>
            <a:ext cx="3127248" cy="765048"/>
          </a:xfrm>
          <a:custGeom>
            <a:avLst/>
            <a:gdLst/>
            <a:ahLst/>
            <a:cxnLst/>
            <a:rect r="r" b="b" t="t" l="l"/>
            <a:pathLst>
              <a:path h="765048" w="3127248">
                <a:moveTo>
                  <a:pt x="0" y="0"/>
                </a:moveTo>
                <a:lnTo>
                  <a:pt x="3127248" y="0"/>
                </a:lnTo>
                <a:lnTo>
                  <a:pt x="3127248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 descr="Uma imagem contendo Interface gráfica do usuário  Descrição gerada automaticamente"/>
          <p:cNvSpPr/>
          <p:nvPr/>
        </p:nvSpPr>
        <p:spPr>
          <a:xfrm flipH="false" flipV="false" rot="0">
            <a:off x="9913344" y="6131138"/>
            <a:ext cx="1949806" cy="469230"/>
          </a:xfrm>
          <a:custGeom>
            <a:avLst/>
            <a:gdLst/>
            <a:ahLst/>
            <a:cxnLst/>
            <a:rect r="r" b="b" t="t" l="l"/>
            <a:pathLst>
              <a:path h="469230" w="1949806">
                <a:moveTo>
                  <a:pt x="0" y="0"/>
                </a:moveTo>
                <a:lnTo>
                  <a:pt x="1949805" y="0"/>
                </a:lnTo>
                <a:lnTo>
                  <a:pt x="1949805" y="469230"/>
                </a:lnTo>
                <a:lnTo>
                  <a:pt x="0" y="469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 descr="Logotipo  Descrição gerada automaticamente"/>
          <p:cNvSpPr/>
          <p:nvPr/>
        </p:nvSpPr>
        <p:spPr>
          <a:xfrm flipH="false" flipV="false" rot="0">
            <a:off x="8966416" y="6091666"/>
            <a:ext cx="893674" cy="583282"/>
          </a:xfrm>
          <a:custGeom>
            <a:avLst/>
            <a:gdLst/>
            <a:ahLst/>
            <a:cxnLst/>
            <a:rect r="r" b="b" t="t" l="l"/>
            <a:pathLst>
              <a:path h="583282" w="893674">
                <a:moveTo>
                  <a:pt x="0" y="0"/>
                </a:moveTo>
                <a:lnTo>
                  <a:pt x="893674" y="0"/>
                </a:lnTo>
                <a:lnTo>
                  <a:pt x="893674" y="583283"/>
                </a:lnTo>
                <a:lnTo>
                  <a:pt x="0" y="583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6116" y="5963412"/>
            <a:ext cx="1944624" cy="765048"/>
          </a:xfrm>
          <a:custGeom>
            <a:avLst/>
            <a:gdLst/>
            <a:ahLst/>
            <a:cxnLst/>
            <a:rect r="r" b="b" t="t" l="l"/>
            <a:pathLst>
              <a:path h="765048" w="1944624">
                <a:moveTo>
                  <a:pt x="0" y="0"/>
                </a:moveTo>
                <a:lnTo>
                  <a:pt x="1944624" y="0"/>
                </a:lnTo>
                <a:lnTo>
                  <a:pt x="1944624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 descr="Forma  Descrição gerada automaticamente com confiança média"/>
          <p:cNvSpPr/>
          <p:nvPr/>
        </p:nvSpPr>
        <p:spPr>
          <a:xfrm flipH="false" flipV="false" rot="0">
            <a:off x="4148728" y="6075950"/>
            <a:ext cx="583501" cy="526447"/>
          </a:xfrm>
          <a:custGeom>
            <a:avLst/>
            <a:gdLst/>
            <a:ahLst/>
            <a:cxnLst/>
            <a:rect r="r" b="b" t="t" l="l"/>
            <a:pathLst>
              <a:path h="526447" w="583501">
                <a:moveTo>
                  <a:pt x="0" y="0"/>
                </a:moveTo>
                <a:lnTo>
                  <a:pt x="583502" y="0"/>
                </a:lnTo>
                <a:lnTo>
                  <a:pt x="583502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"/>
            </a:stretch>
          </a:blipFill>
        </p:spPr>
      </p:sp>
      <p:sp>
        <p:nvSpPr>
          <p:cNvPr name="Freeform 7" id="7" descr="Forma, Logotipo  O conteúdo gerado por IA pode estar incorreto."/>
          <p:cNvSpPr/>
          <p:nvPr/>
        </p:nvSpPr>
        <p:spPr>
          <a:xfrm flipH="false" flipV="false" rot="0">
            <a:off x="5029505" y="6091666"/>
            <a:ext cx="766924" cy="526447"/>
          </a:xfrm>
          <a:custGeom>
            <a:avLst/>
            <a:gdLst/>
            <a:ahLst/>
            <a:cxnLst/>
            <a:rect r="r" b="b" t="t" l="l"/>
            <a:pathLst>
              <a:path h="526447" w="766924">
                <a:moveTo>
                  <a:pt x="0" y="0"/>
                </a:moveTo>
                <a:lnTo>
                  <a:pt x="766924" y="0"/>
                </a:lnTo>
                <a:lnTo>
                  <a:pt x="766924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"/>
            </a:stretch>
          </a:blipFill>
        </p:spPr>
      </p:sp>
      <p:sp>
        <p:nvSpPr>
          <p:cNvPr name="Freeform 8" id="8" descr="Logotipo  O conteúdo gerado por IA pode estar incorreto."/>
          <p:cNvSpPr/>
          <p:nvPr/>
        </p:nvSpPr>
        <p:spPr>
          <a:xfrm flipH="false" flipV="false" rot="0">
            <a:off x="0" y="0"/>
            <a:ext cx="3810000" cy="6858000"/>
          </a:xfrm>
          <a:custGeom>
            <a:avLst/>
            <a:gdLst/>
            <a:ahLst/>
            <a:cxnLst/>
            <a:rect r="r" b="b" t="t" l="l"/>
            <a:pathLst>
              <a:path h="6858000" w="3810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8840" y="6109316"/>
            <a:ext cx="3456003" cy="29299"/>
            <a:chOff x="0" y="0"/>
            <a:chExt cx="3456000" cy="292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56051" cy="28575"/>
            </a:xfrm>
            <a:custGeom>
              <a:avLst/>
              <a:gdLst/>
              <a:ahLst/>
              <a:cxnLst/>
              <a:rect r="r" b="b" t="t" l="l"/>
              <a:pathLst>
                <a:path h="28575" w="3456051">
                  <a:moveTo>
                    <a:pt x="57150" y="0"/>
                  </a:moveTo>
                  <a:lnTo>
                    <a:pt x="85725" y="0"/>
                  </a:lnTo>
                  <a:lnTo>
                    <a:pt x="85725" y="28575"/>
                  </a:lnTo>
                  <a:lnTo>
                    <a:pt x="57150" y="28575"/>
                  </a:lnTo>
                  <a:close/>
                  <a:moveTo>
                    <a:pt x="114300" y="0"/>
                  </a:moveTo>
                  <a:lnTo>
                    <a:pt x="142875" y="0"/>
                  </a:lnTo>
                  <a:lnTo>
                    <a:pt x="142875" y="28575"/>
                  </a:lnTo>
                  <a:lnTo>
                    <a:pt x="114300" y="28575"/>
                  </a:lnTo>
                  <a:close/>
                  <a:moveTo>
                    <a:pt x="171450" y="0"/>
                  </a:moveTo>
                  <a:lnTo>
                    <a:pt x="200025" y="0"/>
                  </a:lnTo>
                  <a:lnTo>
                    <a:pt x="200025" y="28575"/>
                  </a:lnTo>
                  <a:lnTo>
                    <a:pt x="171450" y="28575"/>
                  </a:lnTo>
                  <a:close/>
                  <a:moveTo>
                    <a:pt x="228600" y="0"/>
                  </a:moveTo>
                  <a:lnTo>
                    <a:pt x="257175" y="0"/>
                  </a:lnTo>
                  <a:lnTo>
                    <a:pt x="257175" y="28575"/>
                  </a:lnTo>
                  <a:lnTo>
                    <a:pt x="228600" y="28575"/>
                  </a:lnTo>
                  <a:close/>
                  <a:moveTo>
                    <a:pt x="285750" y="0"/>
                  </a:moveTo>
                  <a:lnTo>
                    <a:pt x="314325" y="0"/>
                  </a:lnTo>
                  <a:lnTo>
                    <a:pt x="314325" y="28575"/>
                  </a:lnTo>
                  <a:lnTo>
                    <a:pt x="285750" y="28575"/>
                  </a:lnTo>
                  <a:close/>
                  <a:moveTo>
                    <a:pt x="342900" y="0"/>
                  </a:moveTo>
                  <a:lnTo>
                    <a:pt x="371475" y="0"/>
                  </a:lnTo>
                  <a:lnTo>
                    <a:pt x="371475" y="28575"/>
                  </a:lnTo>
                  <a:lnTo>
                    <a:pt x="342900" y="28575"/>
                  </a:lnTo>
                  <a:close/>
                  <a:moveTo>
                    <a:pt x="400050" y="0"/>
                  </a:moveTo>
                  <a:lnTo>
                    <a:pt x="428625" y="0"/>
                  </a:lnTo>
                  <a:lnTo>
                    <a:pt x="428625" y="28575"/>
                  </a:lnTo>
                  <a:lnTo>
                    <a:pt x="400050" y="28575"/>
                  </a:lnTo>
                  <a:close/>
                  <a:moveTo>
                    <a:pt x="457200" y="0"/>
                  </a:moveTo>
                  <a:lnTo>
                    <a:pt x="485775" y="0"/>
                  </a:lnTo>
                  <a:lnTo>
                    <a:pt x="485775" y="28575"/>
                  </a:lnTo>
                  <a:lnTo>
                    <a:pt x="457200" y="28575"/>
                  </a:lnTo>
                  <a:close/>
                  <a:moveTo>
                    <a:pt x="514350" y="0"/>
                  </a:moveTo>
                  <a:lnTo>
                    <a:pt x="542925" y="0"/>
                  </a:lnTo>
                  <a:lnTo>
                    <a:pt x="542925" y="28575"/>
                  </a:lnTo>
                  <a:lnTo>
                    <a:pt x="514350" y="28575"/>
                  </a:lnTo>
                  <a:close/>
                  <a:moveTo>
                    <a:pt x="571500" y="0"/>
                  </a:moveTo>
                  <a:lnTo>
                    <a:pt x="600075" y="0"/>
                  </a:lnTo>
                  <a:lnTo>
                    <a:pt x="600075" y="28575"/>
                  </a:lnTo>
                  <a:lnTo>
                    <a:pt x="571500" y="28575"/>
                  </a:lnTo>
                  <a:close/>
                  <a:moveTo>
                    <a:pt x="628650" y="0"/>
                  </a:moveTo>
                  <a:lnTo>
                    <a:pt x="657225" y="0"/>
                  </a:lnTo>
                  <a:lnTo>
                    <a:pt x="657225" y="28575"/>
                  </a:lnTo>
                  <a:lnTo>
                    <a:pt x="628650" y="28575"/>
                  </a:lnTo>
                  <a:close/>
                  <a:moveTo>
                    <a:pt x="685800" y="0"/>
                  </a:moveTo>
                  <a:lnTo>
                    <a:pt x="714375" y="0"/>
                  </a:lnTo>
                  <a:lnTo>
                    <a:pt x="714375" y="28575"/>
                  </a:lnTo>
                  <a:lnTo>
                    <a:pt x="685800" y="28575"/>
                  </a:lnTo>
                  <a:close/>
                  <a:moveTo>
                    <a:pt x="742950" y="0"/>
                  </a:moveTo>
                  <a:lnTo>
                    <a:pt x="771525" y="0"/>
                  </a:lnTo>
                  <a:lnTo>
                    <a:pt x="771525" y="28575"/>
                  </a:lnTo>
                  <a:lnTo>
                    <a:pt x="742950" y="28575"/>
                  </a:lnTo>
                  <a:close/>
                  <a:moveTo>
                    <a:pt x="800100" y="0"/>
                  </a:moveTo>
                  <a:lnTo>
                    <a:pt x="828675" y="0"/>
                  </a:lnTo>
                  <a:lnTo>
                    <a:pt x="828675" y="28575"/>
                  </a:lnTo>
                  <a:lnTo>
                    <a:pt x="800100" y="28575"/>
                  </a:lnTo>
                  <a:close/>
                  <a:moveTo>
                    <a:pt x="857250" y="0"/>
                  </a:moveTo>
                  <a:lnTo>
                    <a:pt x="885825" y="0"/>
                  </a:lnTo>
                  <a:lnTo>
                    <a:pt x="885825" y="28575"/>
                  </a:lnTo>
                  <a:lnTo>
                    <a:pt x="857250" y="28575"/>
                  </a:lnTo>
                  <a:close/>
                  <a:moveTo>
                    <a:pt x="914400" y="0"/>
                  </a:moveTo>
                  <a:lnTo>
                    <a:pt x="942975" y="0"/>
                  </a:lnTo>
                  <a:lnTo>
                    <a:pt x="942975" y="28575"/>
                  </a:lnTo>
                  <a:lnTo>
                    <a:pt x="914400" y="28575"/>
                  </a:lnTo>
                  <a:close/>
                  <a:moveTo>
                    <a:pt x="971550" y="0"/>
                  </a:moveTo>
                  <a:lnTo>
                    <a:pt x="1000125" y="0"/>
                  </a:lnTo>
                  <a:lnTo>
                    <a:pt x="1000125" y="28575"/>
                  </a:lnTo>
                  <a:lnTo>
                    <a:pt x="971550" y="28575"/>
                  </a:lnTo>
                  <a:close/>
                  <a:moveTo>
                    <a:pt x="1028700" y="0"/>
                  </a:moveTo>
                  <a:lnTo>
                    <a:pt x="1057275" y="0"/>
                  </a:lnTo>
                  <a:lnTo>
                    <a:pt x="1057275" y="28575"/>
                  </a:lnTo>
                  <a:lnTo>
                    <a:pt x="1028700" y="28575"/>
                  </a:lnTo>
                  <a:close/>
                  <a:moveTo>
                    <a:pt x="1085850" y="0"/>
                  </a:moveTo>
                  <a:lnTo>
                    <a:pt x="1114425" y="0"/>
                  </a:lnTo>
                  <a:lnTo>
                    <a:pt x="1114425" y="28575"/>
                  </a:lnTo>
                  <a:lnTo>
                    <a:pt x="1085850" y="28575"/>
                  </a:lnTo>
                  <a:close/>
                  <a:moveTo>
                    <a:pt x="1143000" y="0"/>
                  </a:moveTo>
                  <a:lnTo>
                    <a:pt x="1171575" y="0"/>
                  </a:lnTo>
                  <a:lnTo>
                    <a:pt x="1171575" y="28575"/>
                  </a:lnTo>
                  <a:lnTo>
                    <a:pt x="1143000" y="28575"/>
                  </a:lnTo>
                  <a:close/>
                  <a:moveTo>
                    <a:pt x="1200150" y="0"/>
                  </a:moveTo>
                  <a:lnTo>
                    <a:pt x="1228725" y="0"/>
                  </a:lnTo>
                  <a:lnTo>
                    <a:pt x="1228725" y="28575"/>
                  </a:lnTo>
                  <a:lnTo>
                    <a:pt x="1200150" y="28575"/>
                  </a:lnTo>
                  <a:close/>
                  <a:moveTo>
                    <a:pt x="1257300" y="0"/>
                  </a:moveTo>
                  <a:lnTo>
                    <a:pt x="1285875" y="0"/>
                  </a:lnTo>
                  <a:lnTo>
                    <a:pt x="1285875" y="28575"/>
                  </a:lnTo>
                  <a:lnTo>
                    <a:pt x="1257300" y="28575"/>
                  </a:lnTo>
                  <a:close/>
                  <a:moveTo>
                    <a:pt x="1314450" y="0"/>
                  </a:moveTo>
                  <a:lnTo>
                    <a:pt x="1343025" y="0"/>
                  </a:lnTo>
                  <a:lnTo>
                    <a:pt x="1343025" y="28575"/>
                  </a:lnTo>
                  <a:lnTo>
                    <a:pt x="1314450" y="28575"/>
                  </a:lnTo>
                  <a:close/>
                  <a:moveTo>
                    <a:pt x="1371600" y="0"/>
                  </a:moveTo>
                  <a:lnTo>
                    <a:pt x="1400175" y="0"/>
                  </a:lnTo>
                  <a:lnTo>
                    <a:pt x="1400175" y="28575"/>
                  </a:lnTo>
                  <a:lnTo>
                    <a:pt x="1371600" y="28575"/>
                  </a:lnTo>
                  <a:close/>
                  <a:moveTo>
                    <a:pt x="1428750" y="0"/>
                  </a:moveTo>
                  <a:lnTo>
                    <a:pt x="1457325" y="0"/>
                  </a:lnTo>
                  <a:lnTo>
                    <a:pt x="1457325" y="28575"/>
                  </a:lnTo>
                  <a:lnTo>
                    <a:pt x="1428750" y="28575"/>
                  </a:lnTo>
                  <a:close/>
                  <a:moveTo>
                    <a:pt x="1485900" y="0"/>
                  </a:moveTo>
                  <a:lnTo>
                    <a:pt x="1514475" y="0"/>
                  </a:lnTo>
                  <a:lnTo>
                    <a:pt x="1514475" y="28575"/>
                  </a:lnTo>
                  <a:lnTo>
                    <a:pt x="1485900" y="28575"/>
                  </a:lnTo>
                  <a:close/>
                  <a:moveTo>
                    <a:pt x="1543050" y="0"/>
                  </a:moveTo>
                  <a:lnTo>
                    <a:pt x="1571625" y="0"/>
                  </a:lnTo>
                  <a:lnTo>
                    <a:pt x="1571625" y="28575"/>
                  </a:lnTo>
                  <a:lnTo>
                    <a:pt x="1543050" y="28575"/>
                  </a:lnTo>
                  <a:close/>
                  <a:moveTo>
                    <a:pt x="1600200" y="0"/>
                  </a:moveTo>
                  <a:lnTo>
                    <a:pt x="1628775" y="0"/>
                  </a:lnTo>
                  <a:lnTo>
                    <a:pt x="1628775" y="28575"/>
                  </a:lnTo>
                  <a:lnTo>
                    <a:pt x="1600200" y="28575"/>
                  </a:lnTo>
                  <a:close/>
                  <a:moveTo>
                    <a:pt x="1657350" y="0"/>
                  </a:moveTo>
                  <a:lnTo>
                    <a:pt x="1685925" y="0"/>
                  </a:lnTo>
                  <a:lnTo>
                    <a:pt x="1685925" y="28575"/>
                  </a:lnTo>
                  <a:lnTo>
                    <a:pt x="1657350" y="28575"/>
                  </a:lnTo>
                  <a:close/>
                  <a:moveTo>
                    <a:pt x="1714500" y="0"/>
                  </a:moveTo>
                  <a:lnTo>
                    <a:pt x="1743075" y="0"/>
                  </a:lnTo>
                  <a:lnTo>
                    <a:pt x="1743075" y="28575"/>
                  </a:lnTo>
                  <a:lnTo>
                    <a:pt x="1714500" y="28575"/>
                  </a:lnTo>
                  <a:close/>
                  <a:moveTo>
                    <a:pt x="1771650" y="0"/>
                  </a:moveTo>
                  <a:lnTo>
                    <a:pt x="1800225" y="0"/>
                  </a:lnTo>
                  <a:lnTo>
                    <a:pt x="1800225" y="28575"/>
                  </a:lnTo>
                  <a:lnTo>
                    <a:pt x="1771650" y="28575"/>
                  </a:lnTo>
                  <a:close/>
                  <a:moveTo>
                    <a:pt x="1828800" y="0"/>
                  </a:moveTo>
                  <a:lnTo>
                    <a:pt x="1857375" y="0"/>
                  </a:lnTo>
                  <a:lnTo>
                    <a:pt x="1857375" y="28575"/>
                  </a:lnTo>
                  <a:lnTo>
                    <a:pt x="1828800" y="28575"/>
                  </a:lnTo>
                  <a:close/>
                  <a:moveTo>
                    <a:pt x="1885950" y="0"/>
                  </a:moveTo>
                  <a:lnTo>
                    <a:pt x="1914525" y="0"/>
                  </a:lnTo>
                  <a:lnTo>
                    <a:pt x="1914525" y="28575"/>
                  </a:lnTo>
                  <a:lnTo>
                    <a:pt x="1885950" y="28575"/>
                  </a:lnTo>
                  <a:close/>
                  <a:moveTo>
                    <a:pt x="1943100" y="0"/>
                  </a:moveTo>
                  <a:lnTo>
                    <a:pt x="1971675" y="0"/>
                  </a:lnTo>
                  <a:lnTo>
                    <a:pt x="1971675" y="28575"/>
                  </a:lnTo>
                  <a:lnTo>
                    <a:pt x="1943100" y="28575"/>
                  </a:lnTo>
                  <a:close/>
                  <a:moveTo>
                    <a:pt x="2000250" y="0"/>
                  </a:moveTo>
                  <a:lnTo>
                    <a:pt x="2028825" y="0"/>
                  </a:lnTo>
                  <a:lnTo>
                    <a:pt x="2028825" y="28575"/>
                  </a:lnTo>
                  <a:lnTo>
                    <a:pt x="2000250" y="28575"/>
                  </a:lnTo>
                  <a:close/>
                  <a:moveTo>
                    <a:pt x="2057400" y="0"/>
                  </a:moveTo>
                  <a:lnTo>
                    <a:pt x="2085975" y="0"/>
                  </a:lnTo>
                  <a:lnTo>
                    <a:pt x="2085975" y="28575"/>
                  </a:lnTo>
                  <a:lnTo>
                    <a:pt x="2057400" y="28575"/>
                  </a:lnTo>
                  <a:close/>
                  <a:moveTo>
                    <a:pt x="2114550" y="0"/>
                  </a:moveTo>
                  <a:lnTo>
                    <a:pt x="2143125" y="0"/>
                  </a:lnTo>
                  <a:lnTo>
                    <a:pt x="2143125" y="28575"/>
                  </a:lnTo>
                  <a:lnTo>
                    <a:pt x="2114550" y="28575"/>
                  </a:lnTo>
                  <a:close/>
                  <a:moveTo>
                    <a:pt x="2171700" y="0"/>
                  </a:moveTo>
                  <a:lnTo>
                    <a:pt x="2200275" y="0"/>
                  </a:lnTo>
                  <a:lnTo>
                    <a:pt x="2200275" y="28575"/>
                  </a:lnTo>
                  <a:lnTo>
                    <a:pt x="2171700" y="28575"/>
                  </a:lnTo>
                  <a:close/>
                  <a:moveTo>
                    <a:pt x="2228850" y="0"/>
                  </a:moveTo>
                  <a:lnTo>
                    <a:pt x="2257425" y="0"/>
                  </a:lnTo>
                  <a:lnTo>
                    <a:pt x="2257425" y="28575"/>
                  </a:lnTo>
                  <a:lnTo>
                    <a:pt x="2228850" y="28575"/>
                  </a:lnTo>
                  <a:close/>
                  <a:moveTo>
                    <a:pt x="2286000" y="0"/>
                  </a:moveTo>
                  <a:lnTo>
                    <a:pt x="2314575" y="0"/>
                  </a:lnTo>
                  <a:lnTo>
                    <a:pt x="2314575" y="28575"/>
                  </a:lnTo>
                  <a:lnTo>
                    <a:pt x="2286000" y="28575"/>
                  </a:lnTo>
                  <a:close/>
                  <a:moveTo>
                    <a:pt x="2343150" y="0"/>
                  </a:moveTo>
                  <a:lnTo>
                    <a:pt x="2371725" y="0"/>
                  </a:lnTo>
                  <a:lnTo>
                    <a:pt x="2371725" y="28575"/>
                  </a:lnTo>
                  <a:lnTo>
                    <a:pt x="2343150" y="28575"/>
                  </a:lnTo>
                  <a:close/>
                  <a:moveTo>
                    <a:pt x="2400300" y="0"/>
                  </a:moveTo>
                  <a:lnTo>
                    <a:pt x="2428875" y="0"/>
                  </a:lnTo>
                  <a:lnTo>
                    <a:pt x="2428875" y="28575"/>
                  </a:lnTo>
                  <a:lnTo>
                    <a:pt x="2400300" y="28575"/>
                  </a:lnTo>
                  <a:close/>
                  <a:moveTo>
                    <a:pt x="2457450" y="0"/>
                  </a:moveTo>
                  <a:lnTo>
                    <a:pt x="2486025" y="0"/>
                  </a:lnTo>
                  <a:lnTo>
                    <a:pt x="2486025" y="28575"/>
                  </a:lnTo>
                  <a:lnTo>
                    <a:pt x="2457450" y="28575"/>
                  </a:lnTo>
                  <a:close/>
                  <a:moveTo>
                    <a:pt x="2514600" y="0"/>
                  </a:moveTo>
                  <a:lnTo>
                    <a:pt x="2543175" y="0"/>
                  </a:lnTo>
                  <a:lnTo>
                    <a:pt x="2543175" y="28575"/>
                  </a:lnTo>
                  <a:lnTo>
                    <a:pt x="2514600" y="28575"/>
                  </a:lnTo>
                  <a:close/>
                  <a:moveTo>
                    <a:pt x="2571750" y="0"/>
                  </a:moveTo>
                  <a:lnTo>
                    <a:pt x="2600325" y="0"/>
                  </a:lnTo>
                  <a:lnTo>
                    <a:pt x="2600325" y="28575"/>
                  </a:lnTo>
                  <a:lnTo>
                    <a:pt x="2571750" y="28575"/>
                  </a:lnTo>
                  <a:close/>
                  <a:moveTo>
                    <a:pt x="2628900" y="0"/>
                  </a:moveTo>
                  <a:lnTo>
                    <a:pt x="2657475" y="0"/>
                  </a:lnTo>
                  <a:lnTo>
                    <a:pt x="2657475" y="28575"/>
                  </a:lnTo>
                  <a:lnTo>
                    <a:pt x="2628900" y="28575"/>
                  </a:lnTo>
                  <a:close/>
                  <a:moveTo>
                    <a:pt x="2686050" y="0"/>
                  </a:moveTo>
                  <a:lnTo>
                    <a:pt x="2714625" y="0"/>
                  </a:lnTo>
                  <a:lnTo>
                    <a:pt x="2714625" y="28575"/>
                  </a:lnTo>
                  <a:lnTo>
                    <a:pt x="2686050" y="28575"/>
                  </a:lnTo>
                  <a:close/>
                  <a:moveTo>
                    <a:pt x="2743200" y="0"/>
                  </a:moveTo>
                  <a:lnTo>
                    <a:pt x="2771775" y="0"/>
                  </a:lnTo>
                  <a:lnTo>
                    <a:pt x="2771775" y="28575"/>
                  </a:lnTo>
                  <a:lnTo>
                    <a:pt x="2743200" y="28575"/>
                  </a:lnTo>
                  <a:close/>
                  <a:moveTo>
                    <a:pt x="2800350" y="0"/>
                  </a:moveTo>
                  <a:lnTo>
                    <a:pt x="2828925" y="0"/>
                  </a:lnTo>
                  <a:lnTo>
                    <a:pt x="2828925" y="28575"/>
                  </a:lnTo>
                  <a:lnTo>
                    <a:pt x="2800350" y="28575"/>
                  </a:lnTo>
                  <a:close/>
                  <a:moveTo>
                    <a:pt x="2857500" y="0"/>
                  </a:moveTo>
                  <a:lnTo>
                    <a:pt x="2886075" y="0"/>
                  </a:lnTo>
                  <a:lnTo>
                    <a:pt x="2886075" y="28575"/>
                  </a:lnTo>
                  <a:lnTo>
                    <a:pt x="2857500" y="28575"/>
                  </a:lnTo>
                  <a:close/>
                  <a:moveTo>
                    <a:pt x="2914650" y="0"/>
                  </a:moveTo>
                  <a:lnTo>
                    <a:pt x="2943225" y="0"/>
                  </a:lnTo>
                  <a:lnTo>
                    <a:pt x="2943225" y="28575"/>
                  </a:lnTo>
                  <a:lnTo>
                    <a:pt x="2914650" y="28575"/>
                  </a:lnTo>
                  <a:close/>
                  <a:moveTo>
                    <a:pt x="2971800" y="0"/>
                  </a:moveTo>
                  <a:lnTo>
                    <a:pt x="3000375" y="0"/>
                  </a:lnTo>
                  <a:lnTo>
                    <a:pt x="3000375" y="28575"/>
                  </a:lnTo>
                  <a:lnTo>
                    <a:pt x="2971800" y="28575"/>
                  </a:lnTo>
                  <a:close/>
                  <a:moveTo>
                    <a:pt x="3028950" y="0"/>
                  </a:moveTo>
                  <a:lnTo>
                    <a:pt x="3057525" y="0"/>
                  </a:lnTo>
                  <a:lnTo>
                    <a:pt x="3057525" y="28575"/>
                  </a:lnTo>
                  <a:lnTo>
                    <a:pt x="3028950" y="28575"/>
                  </a:lnTo>
                  <a:close/>
                  <a:moveTo>
                    <a:pt x="3086100" y="0"/>
                  </a:moveTo>
                  <a:lnTo>
                    <a:pt x="3114675" y="0"/>
                  </a:lnTo>
                  <a:lnTo>
                    <a:pt x="3114675" y="28575"/>
                  </a:lnTo>
                  <a:lnTo>
                    <a:pt x="3086100" y="28575"/>
                  </a:lnTo>
                  <a:close/>
                  <a:moveTo>
                    <a:pt x="3143250" y="0"/>
                  </a:moveTo>
                  <a:lnTo>
                    <a:pt x="3171825" y="0"/>
                  </a:lnTo>
                  <a:lnTo>
                    <a:pt x="3171825" y="28575"/>
                  </a:lnTo>
                  <a:lnTo>
                    <a:pt x="3143250" y="28575"/>
                  </a:lnTo>
                  <a:close/>
                  <a:moveTo>
                    <a:pt x="3200400" y="0"/>
                  </a:moveTo>
                  <a:lnTo>
                    <a:pt x="3228975" y="0"/>
                  </a:lnTo>
                  <a:lnTo>
                    <a:pt x="3228975" y="28575"/>
                  </a:lnTo>
                  <a:lnTo>
                    <a:pt x="3200400" y="28575"/>
                  </a:lnTo>
                  <a:close/>
                  <a:moveTo>
                    <a:pt x="3257550" y="0"/>
                  </a:moveTo>
                  <a:lnTo>
                    <a:pt x="3286125" y="0"/>
                  </a:lnTo>
                  <a:lnTo>
                    <a:pt x="3286125" y="28575"/>
                  </a:lnTo>
                  <a:lnTo>
                    <a:pt x="3257550" y="28575"/>
                  </a:lnTo>
                  <a:close/>
                  <a:moveTo>
                    <a:pt x="3314700" y="0"/>
                  </a:moveTo>
                  <a:lnTo>
                    <a:pt x="3343275" y="0"/>
                  </a:lnTo>
                  <a:lnTo>
                    <a:pt x="3343275" y="28575"/>
                  </a:lnTo>
                  <a:lnTo>
                    <a:pt x="3314700" y="28575"/>
                  </a:lnTo>
                  <a:close/>
                  <a:moveTo>
                    <a:pt x="3371850" y="0"/>
                  </a:moveTo>
                  <a:lnTo>
                    <a:pt x="3400425" y="0"/>
                  </a:lnTo>
                  <a:lnTo>
                    <a:pt x="3400425" y="28575"/>
                  </a:lnTo>
                  <a:lnTo>
                    <a:pt x="3371850" y="28575"/>
                  </a:lnTo>
                  <a:close/>
                  <a:moveTo>
                    <a:pt x="3429000" y="0"/>
                  </a:moveTo>
                  <a:lnTo>
                    <a:pt x="3456051" y="0"/>
                  </a:lnTo>
                  <a:lnTo>
                    <a:pt x="3456051" y="28575"/>
                  </a:lnTo>
                  <a:lnTo>
                    <a:pt x="3429000" y="28575"/>
                  </a:lnTo>
                  <a:close/>
                  <a:moveTo>
                    <a:pt x="0" y="0"/>
                  </a:moveTo>
                  <a:lnTo>
                    <a:pt x="28575" y="0"/>
                  </a:lnTo>
                  <a:lnTo>
                    <a:pt x="28575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332956" y="6538646"/>
            <a:ext cx="3163824" cy="10668"/>
            <a:chOff x="0" y="0"/>
            <a:chExt cx="3163824" cy="106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63824" cy="10668"/>
            </a:xfrm>
            <a:custGeom>
              <a:avLst/>
              <a:gdLst/>
              <a:ahLst/>
              <a:cxnLst/>
              <a:rect r="r" b="b" t="t" l="l"/>
              <a:pathLst>
                <a:path h="10668" w="3163824">
                  <a:moveTo>
                    <a:pt x="2372868" y="0"/>
                  </a:moveTo>
                  <a:lnTo>
                    <a:pt x="1581912" y="0"/>
                  </a:lnTo>
                  <a:lnTo>
                    <a:pt x="790956" y="0"/>
                  </a:lnTo>
                  <a:lnTo>
                    <a:pt x="0" y="0"/>
                  </a:lnTo>
                  <a:lnTo>
                    <a:pt x="0" y="10668"/>
                  </a:lnTo>
                  <a:lnTo>
                    <a:pt x="790956" y="10668"/>
                  </a:lnTo>
                  <a:lnTo>
                    <a:pt x="1581912" y="10668"/>
                  </a:lnTo>
                  <a:lnTo>
                    <a:pt x="2372868" y="10668"/>
                  </a:lnTo>
                  <a:lnTo>
                    <a:pt x="3163824" y="10668"/>
                  </a:lnTo>
                  <a:lnTo>
                    <a:pt x="3163824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103143" y="1476756"/>
            <a:ext cx="1448642" cy="144864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332956" y="6298340"/>
            <a:ext cx="3226889" cy="272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b="true" sz="1596" spc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  <a:hlinkClick r:id="rId9" tooltip="https://www.expoasa.com.br/ideasun"/>
              </a:rPr>
              <a:t>www.expoasa.com.br/ideasun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76116" y="561975"/>
            <a:ext cx="7406554" cy="580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5"/>
              </a:lnSpc>
            </a:pPr>
            <a:r>
              <a:rPr lang="en-US" b="true" sz="3003" spc="1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QUEM SOMOS NÓS?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148728" y="1476756"/>
            <a:ext cx="1448642" cy="144864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305184" y="3789600"/>
            <a:ext cx="1448642" cy="1448642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103143" y="3789600"/>
            <a:ext cx="1448642" cy="1448642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057558" y="1476756"/>
            <a:ext cx="1448642" cy="144864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3460054" y="5188077"/>
            <a:ext cx="3138902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DO ALUNO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ANO/ TURMA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460054" y="2859325"/>
            <a:ext cx="3138902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DO ALUNO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ANO/ TURMA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274351" y="2859325"/>
            <a:ext cx="3138902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DO ALUNO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ANO/ TURMA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12428" y="2859325"/>
            <a:ext cx="3138902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DO ALUNO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ANO/ TURMA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274351" y="5188077"/>
            <a:ext cx="3138902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 DO ALUNO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ANO/ TURMA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28060" y="3761025"/>
            <a:ext cx="2668559" cy="1974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ENSINO FUNDAMENTAL I E II, EDUCAÇÃO ESPECIAL= 3 A 4 ESTUDANTES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ENSINO MÉDIO E  MÉDIO-TÉCNICO, ENSINO SUPERIOR E EDUCAÇÃO PROFISSIONAL= 4 A CINCO ESTUDANTES.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 (EXCLUIR ESTE TEXTO)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65108" y="5963412"/>
            <a:ext cx="3127248" cy="765048"/>
          </a:xfrm>
          <a:custGeom>
            <a:avLst/>
            <a:gdLst/>
            <a:ahLst/>
            <a:cxnLst/>
            <a:rect r="r" b="b" t="t" l="l"/>
            <a:pathLst>
              <a:path h="765048" w="3127248">
                <a:moveTo>
                  <a:pt x="0" y="0"/>
                </a:moveTo>
                <a:lnTo>
                  <a:pt x="3127248" y="0"/>
                </a:lnTo>
                <a:lnTo>
                  <a:pt x="3127248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 descr="Uma imagem contendo Interface gráfica do usuário  Descrição gerada automaticamente"/>
          <p:cNvSpPr/>
          <p:nvPr/>
        </p:nvSpPr>
        <p:spPr>
          <a:xfrm flipH="false" flipV="false" rot="0">
            <a:off x="9913344" y="6131138"/>
            <a:ext cx="1949806" cy="469230"/>
          </a:xfrm>
          <a:custGeom>
            <a:avLst/>
            <a:gdLst/>
            <a:ahLst/>
            <a:cxnLst/>
            <a:rect r="r" b="b" t="t" l="l"/>
            <a:pathLst>
              <a:path h="469230" w="1949806">
                <a:moveTo>
                  <a:pt x="0" y="0"/>
                </a:moveTo>
                <a:lnTo>
                  <a:pt x="1949805" y="0"/>
                </a:lnTo>
                <a:lnTo>
                  <a:pt x="1949805" y="469230"/>
                </a:lnTo>
                <a:lnTo>
                  <a:pt x="0" y="469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 descr="Logotipo  Descrição gerada automaticamente"/>
          <p:cNvSpPr/>
          <p:nvPr/>
        </p:nvSpPr>
        <p:spPr>
          <a:xfrm flipH="false" flipV="false" rot="0">
            <a:off x="8966416" y="6091666"/>
            <a:ext cx="893674" cy="583282"/>
          </a:xfrm>
          <a:custGeom>
            <a:avLst/>
            <a:gdLst/>
            <a:ahLst/>
            <a:cxnLst/>
            <a:rect r="r" b="b" t="t" l="l"/>
            <a:pathLst>
              <a:path h="583282" w="893674">
                <a:moveTo>
                  <a:pt x="0" y="0"/>
                </a:moveTo>
                <a:lnTo>
                  <a:pt x="893674" y="0"/>
                </a:lnTo>
                <a:lnTo>
                  <a:pt x="893674" y="583283"/>
                </a:lnTo>
                <a:lnTo>
                  <a:pt x="0" y="583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6116" y="5963412"/>
            <a:ext cx="1944624" cy="765048"/>
          </a:xfrm>
          <a:custGeom>
            <a:avLst/>
            <a:gdLst/>
            <a:ahLst/>
            <a:cxnLst/>
            <a:rect r="r" b="b" t="t" l="l"/>
            <a:pathLst>
              <a:path h="765048" w="1944624">
                <a:moveTo>
                  <a:pt x="0" y="0"/>
                </a:moveTo>
                <a:lnTo>
                  <a:pt x="1944624" y="0"/>
                </a:lnTo>
                <a:lnTo>
                  <a:pt x="1944624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 descr="Forma  Descrição gerada automaticamente com confiança média"/>
          <p:cNvSpPr/>
          <p:nvPr/>
        </p:nvSpPr>
        <p:spPr>
          <a:xfrm flipH="false" flipV="false" rot="0">
            <a:off x="4148728" y="6075950"/>
            <a:ext cx="583501" cy="526447"/>
          </a:xfrm>
          <a:custGeom>
            <a:avLst/>
            <a:gdLst/>
            <a:ahLst/>
            <a:cxnLst/>
            <a:rect r="r" b="b" t="t" l="l"/>
            <a:pathLst>
              <a:path h="526447" w="583501">
                <a:moveTo>
                  <a:pt x="0" y="0"/>
                </a:moveTo>
                <a:lnTo>
                  <a:pt x="583502" y="0"/>
                </a:lnTo>
                <a:lnTo>
                  <a:pt x="583502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"/>
            </a:stretch>
          </a:blipFill>
        </p:spPr>
      </p:sp>
      <p:sp>
        <p:nvSpPr>
          <p:cNvPr name="Freeform 7" id="7" descr="Forma, Logotipo  O conteúdo gerado por IA pode estar incorreto."/>
          <p:cNvSpPr/>
          <p:nvPr/>
        </p:nvSpPr>
        <p:spPr>
          <a:xfrm flipH="false" flipV="false" rot="0">
            <a:off x="5029505" y="6091666"/>
            <a:ext cx="766924" cy="526447"/>
          </a:xfrm>
          <a:custGeom>
            <a:avLst/>
            <a:gdLst/>
            <a:ahLst/>
            <a:cxnLst/>
            <a:rect r="r" b="b" t="t" l="l"/>
            <a:pathLst>
              <a:path h="526447" w="766924">
                <a:moveTo>
                  <a:pt x="0" y="0"/>
                </a:moveTo>
                <a:lnTo>
                  <a:pt x="766924" y="0"/>
                </a:lnTo>
                <a:lnTo>
                  <a:pt x="766924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"/>
            </a:stretch>
          </a:blipFill>
        </p:spPr>
      </p:sp>
      <p:sp>
        <p:nvSpPr>
          <p:cNvPr name="Freeform 8" id="8" descr="Logotipo  O conteúdo gerado por IA pode estar incorreto."/>
          <p:cNvSpPr/>
          <p:nvPr/>
        </p:nvSpPr>
        <p:spPr>
          <a:xfrm flipH="false" flipV="false" rot="0">
            <a:off x="0" y="0"/>
            <a:ext cx="3810000" cy="6858000"/>
          </a:xfrm>
          <a:custGeom>
            <a:avLst/>
            <a:gdLst/>
            <a:ahLst/>
            <a:cxnLst/>
            <a:rect r="r" b="b" t="t" l="l"/>
            <a:pathLst>
              <a:path h="6858000" w="3810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8840" y="6109316"/>
            <a:ext cx="3456003" cy="29299"/>
            <a:chOff x="0" y="0"/>
            <a:chExt cx="3456000" cy="292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56051" cy="28575"/>
            </a:xfrm>
            <a:custGeom>
              <a:avLst/>
              <a:gdLst/>
              <a:ahLst/>
              <a:cxnLst/>
              <a:rect r="r" b="b" t="t" l="l"/>
              <a:pathLst>
                <a:path h="28575" w="3456051">
                  <a:moveTo>
                    <a:pt x="57150" y="0"/>
                  </a:moveTo>
                  <a:lnTo>
                    <a:pt x="85725" y="0"/>
                  </a:lnTo>
                  <a:lnTo>
                    <a:pt x="85725" y="28575"/>
                  </a:lnTo>
                  <a:lnTo>
                    <a:pt x="57150" y="28575"/>
                  </a:lnTo>
                  <a:close/>
                  <a:moveTo>
                    <a:pt x="114300" y="0"/>
                  </a:moveTo>
                  <a:lnTo>
                    <a:pt x="142875" y="0"/>
                  </a:lnTo>
                  <a:lnTo>
                    <a:pt x="142875" y="28575"/>
                  </a:lnTo>
                  <a:lnTo>
                    <a:pt x="114300" y="28575"/>
                  </a:lnTo>
                  <a:close/>
                  <a:moveTo>
                    <a:pt x="171450" y="0"/>
                  </a:moveTo>
                  <a:lnTo>
                    <a:pt x="200025" y="0"/>
                  </a:lnTo>
                  <a:lnTo>
                    <a:pt x="200025" y="28575"/>
                  </a:lnTo>
                  <a:lnTo>
                    <a:pt x="171450" y="28575"/>
                  </a:lnTo>
                  <a:close/>
                  <a:moveTo>
                    <a:pt x="228600" y="0"/>
                  </a:moveTo>
                  <a:lnTo>
                    <a:pt x="257175" y="0"/>
                  </a:lnTo>
                  <a:lnTo>
                    <a:pt x="257175" y="28575"/>
                  </a:lnTo>
                  <a:lnTo>
                    <a:pt x="228600" y="28575"/>
                  </a:lnTo>
                  <a:close/>
                  <a:moveTo>
                    <a:pt x="285750" y="0"/>
                  </a:moveTo>
                  <a:lnTo>
                    <a:pt x="314325" y="0"/>
                  </a:lnTo>
                  <a:lnTo>
                    <a:pt x="314325" y="28575"/>
                  </a:lnTo>
                  <a:lnTo>
                    <a:pt x="285750" y="28575"/>
                  </a:lnTo>
                  <a:close/>
                  <a:moveTo>
                    <a:pt x="342900" y="0"/>
                  </a:moveTo>
                  <a:lnTo>
                    <a:pt x="371475" y="0"/>
                  </a:lnTo>
                  <a:lnTo>
                    <a:pt x="371475" y="28575"/>
                  </a:lnTo>
                  <a:lnTo>
                    <a:pt x="342900" y="28575"/>
                  </a:lnTo>
                  <a:close/>
                  <a:moveTo>
                    <a:pt x="400050" y="0"/>
                  </a:moveTo>
                  <a:lnTo>
                    <a:pt x="428625" y="0"/>
                  </a:lnTo>
                  <a:lnTo>
                    <a:pt x="428625" y="28575"/>
                  </a:lnTo>
                  <a:lnTo>
                    <a:pt x="400050" y="28575"/>
                  </a:lnTo>
                  <a:close/>
                  <a:moveTo>
                    <a:pt x="457200" y="0"/>
                  </a:moveTo>
                  <a:lnTo>
                    <a:pt x="485775" y="0"/>
                  </a:lnTo>
                  <a:lnTo>
                    <a:pt x="485775" y="28575"/>
                  </a:lnTo>
                  <a:lnTo>
                    <a:pt x="457200" y="28575"/>
                  </a:lnTo>
                  <a:close/>
                  <a:moveTo>
                    <a:pt x="514350" y="0"/>
                  </a:moveTo>
                  <a:lnTo>
                    <a:pt x="542925" y="0"/>
                  </a:lnTo>
                  <a:lnTo>
                    <a:pt x="542925" y="28575"/>
                  </a:lnTo>
                  <a:lnTo>
                    <a:pt x="514350" y="28575"/>
                  </a:lnTo>
                  <a:close/>
                  <a:moveTo>
                    <a:pt x="571500" y="0"/>
                  </a:moveTo>
                  <a:lnTo>
                    <a:pt x="600075" y="0"/>
                  </a:lnTo>
                  <a:lnTo>
                    <a:pt x="600075" y="28575"/>
                  </a:lnTo>
                  <a:lnTo>
                    <a:pt x="571500" y="28575"/>
                  </a:lnTo>
                  <a:close/>
                  <a:moveTo>
                    <a:pt x="628650" y="0"/>
                  </a:moveTo>
                  <a:lnTo>
                    <a:pt x="657225" y="0"/>
                  </a:lnTo>
                  <a:lnTo>
                    <a:pt x="657225" y="28575"/>
                  </a:lnTo>
                  <a:lnTo>
                    <a:pt x="628650" y="28575"/>
                  </a:lnTo>
                  <a:close/>
                  <a:moveTo>
                    <a:pt x="685800" y="0"/>
                  </a:moveTo>
                  <a:lnTo>
                    <a:pt x="714375" y="0"/>
                  </a:lnTo>
                  <a:lnTo>
                    <a:pt x="714375" y="28575"/>
                  </a:lnTo>
                  <a:lnTo>
                    <a:pt x="685800" y="28575"/>
                  </a:lnTo>
                  <a:close/>
                  <a:moveTo>
                    <a:pt x="742950" y="0"/>
                  </a:moveTo>
                  <a:lnTo>
                    <a:pt x="771525" y="0"/>
                  </a:lnTo>
                  <a:lnTo>
                    <a:pt x="771525" y="28575"/>
                  </a:lnTo>
                  <a:lnTo>
                    <a:pt x="742950" y="28575"/>
                  </a:lnTo>
                  <a:close/>
                  <a:moveTo>
                    <a:pt x="800100" y="0"/>
                  </a:moveTo>
                  <a:lnTo>
                    <a:pt x="828675" y="0"/>
                  </a:lnTo>
                  <a:lnTo>
                    <a:pt x="828675" y="28575"/>
                  </a:lnTo>
                  <a:lnTo>
                    <a:pt x="800100" y="28575"/>
                  </a:lnTo>
                  <a:close/>
                  <a:moveTo>
                    <a:pt x="857250" y="0"/>
                  </a:moveTo>
                  <a:lnTo>
                    <a:pt x="885825" y="0"/>
                  </a:lnTo>
                  <a:lnTo>
                    <a:pt x="885825" y="28575"/>
                  </a:lnTo>
                  <a:lnTo>
                    <a:pt x="857250" y="28575"/>
                  </a:lnTo>
                  <a:close/>
                  <a:moveTo>
                    <a:pt x="914400" y="0"/>
                  </a:moveTo>
                  <a:lnTo>
                    <a:pt x="942975" y="0"/>
                  </a:lnTo>
                  <a:lnTo>
                    <a:pt x="942975" y="28575"/>
                  </a:lnTo>
                  <a:lnTo>
                    <a:pt x="914400" y="28575"/>
                  </a:lnTo>
                  <a:close/>
                  <a:moveTo>
                    <a:pt x="971550" y="0"/>
                  </a:moveTo>
                  <a:lnTo>
                    <a:pt x="1000125" y="0"/>
                  </a:lnTo>
                  <a:lnTo>
                    <a:pt x="1000125" y="28575"/>
                  </a:lnTo>
                  <a:lnTo>
                    <a:pt x="971550" y="28575"/>
                  </a:lnTo>
                  <a:close/>
                  <a:moveTo>
                    <a:pt x="1028700" y="0"/>
                  </a:moveTo>
                  <a:lnTo>
                    <a:pt x="1057275" y="0"/>
                  </a:lnTo>
                  <a:lnTo>
                    <a:pt x="1057275" y="28575"/>
                  </a:lnTo>
                  <a:lnTo>
                    <a:pt x="1028700" y="28575"/>
                  </a:lnTo>
                  <a:close/>
                  <a:moveTo>
                    <a:pt x="1085850" y="0"/>
                  </a:moveTo>
                  <a:lnTo>
                    <a:pt x="1114425" y="0"/>
                  </a:lnTo>
                  <a:lnTo>
                    <a:pt x="1114425" y="28575"/>
                  </a:lnTo>
                  <a:lnTo>
                    <a:pt x="1085850" y="28575"/>
                  </a:lnTo>
                  <a:close/>
                  <a:moveTo>
                    <a:pt x="1143000" y="0"/>
                  </a:moveTo>
                  <a:lnTo>
                    <a:pt x="1171575" y="0"/>
                  </a:lnTo>
                  <a:lnTo>
                    <a:pt x="1171575" y="28575"/>
                  </a:lnTo>
                  <a:lnTo>
                    <a:pt x="1143000" y="28575"/>
                  </a:lnTo>
                  <a:close/>
                  <a:moveTo>
                    <a:pt x="1200150" y="0"/>
                  </a:moveTo>
                  <a:lnTo>
                    <a:pt x="1228725" y="0"/>
                  </a:lnTo>
                  <a:lnTo>
                    <a:pt x="1228725" y="28575"/>
                  </a:lnTo>
                  <a:lnTo>
                    <a:pt x="1200150" y="28575"/>
                  </a:lnTo>
                  <a:close/>
                  <a:moveTo>
                    <a:pt x="1257300" y="0"/>
                  </a:moveTo>
                  <a:lnTo>
                    <a:pt x="1285875" y="0"/>
                  </a:lnTo>
                  <a:lnTo>
                    <a:pt x="1285875" y="28575"/>
                  </a:lnTo>
                  <a:lnTo>
                    <a:pt x="1257300" y="28575"/>
                  </a:lnTo>
                  <a:close/>
                  <a:moveTo>
                    <a:pt x="1314450" y="0"/>
                  </a:moveTo>
                  <a:lnTo>
                    <a:pt x="1343025" y="0"/>
                  </a:lnTo>
                  <a:lnTo>
                    <a:pt x="1343025" y="28575"/>
                  </a:lnTo>
                  <a:lnTo>
                    <a:pt x="1314450" y="28575"/>
                  </a:lnTo>
                  <a:close/>
                  <a:moveTo>
                    <a:pt x="1371600" y="0"/>
                  </a:moveTo>
                  <a:lnTo>
                    <a:pt x="1400175" y="0"/>
                  </a:lnTo>
                  <a:lnTo>
                    <a:pt x="1400175" y="28575"/>
                  </a:lnTo>
                  <a:lnTo>
                    <a:pt x="1371600" y="28575"/>
                  </a:lnTo>
                  <a:close/>
                  <a:moveTo>
                    <a:pt x="1428750" y="0"/>
                  </a:moveTo>
                  <a:lnTo>
                    <a:pt x="1457325" y="0"/>
                  </a:lnTo>
                  <a:lnTo>
                    <a:pt x="1457325" y="28575"/>
                  </a:lnTo>
                  <a:lnTo>
                    <a:pt x="1428750" y="28575"/>
                  </a:lnTo>
                  <a:close/>
                  <a:moveTo>
                    <a:pt x="1485900" y="0"/>
                  </a:moveTo>
                  <a:lnTo>
                    <a:pt x="1514475" y="0"/>
                  </a:lnTo>
                  <a:lnTo>
                    <a:pt x="1514475" y="28575"/>
                  </a:lnTo>
                  <a:lnTo>
                    <a:pt x="1485900" y="28575"/>
                  </a:lnTo>
                  <a:close/>
                  <a:moveTo>
                    <a:pt x="1543050" y="0"/>
                  </a:moveTo>
                  <a:lnTo>
                    <a:pt x="1571625" y="0"/>
                  </a:lnTo>
                  <a:lnTo>
                    <a:pt x="1571625" y="28575"/>
                  </a:lnTo>
                  <a:lnTo>
                    <a:pt x="1543050" y="28575"/>
                  </a:lnTo>
                  <a:close/>
                  <a:moveTo>
                    <a:pt x="1600200" y="0"/>
                  </a:moveTo>
                  <a:lnTo>
                    <a:pt x="1628775" y="0"/>
                  </a:lnTo>
                  <a:lnTo>
                    <a:pt x="1628775" y="28575"/>
                  </a:lnTo>
                  <a:lnTo>
                    <a:pt x="1600200" y="28575"/>
                  </a:lnTo>
                  <a:close/>
                  <a:moveTo>
                    <a:pt x="1657350" y="0"/>
                  </a:moveTo>
                  <a:lnTo>
                    <a:pt x="1685925" y="0"/>
                  </a:lnTo>
                  <a:lnTo>
                    <a:pt x="1685925" y="28575"/>
                  </a:lnTo>
                  <a:lnTo>
                    <a:pt x="1657350" y="28575"/>
                  </a:lnTo>
                  <a:close/>
                  <a:moveTo>
                    <a:pt x="1714500" y="0"/>
                  </a:moveTo>
                  <a:lnTo>
                    <a:pt x="1743075" y="0"/>
                  </a:lnTo>
                  <a:lnTo>
                    <a:pt x="1743075" y="28575"/>
                  </a:lnTo>
                  <a:lnTo>
                    <a:pt x="1714500" y="28575"/>
                  </a:lnTo>
                  <a:close/>
                  <a:moveTo>
                    <a:pt x="1771650" y="0"/>
                  </a:moveTo>
                  <a:lnTo>
                    <a:pt x="1800225" y="0"/>
                  </a:lnTo>
                  <a:lnTo>
                    <a:pt x="1800225" y="28575"/>
                  </a:lnTo>
                  <a:lnTo>
                    <a:pt x="1771650" y="28575"/>
                  </a:lnTo>
                  <a:close/>
                  <a:moveTo>
                    <a:pt x="1828800" y="0"/>
                  </a:moveTo>
                  <a:lnTo>
                    <a:pt x="1857375" y="0"/>
                  </a:lnTo>
                  <a:lnTo>
                    <a:pt x="1857375" y="28575"/>
                  </a:lnTo>
                  <a:lnTo>
                    <a:pt x="1828800" y="28575"/>
                  </a:lnTo>
                  <a:close/>
                  <a:moveTo>
                    <a:pt x="1885950" y="0"/>
                  </a:moveTo>
                  <a:lnTo>
                    <a:pt x="1914525" y="0"/>
                  </a:lnTo>
                  <a:lnTo>
                    <a:pt x="1914525" y="28575"/>
                  </a:lnTo>
                  <a:lnTo>
                    <a:pt x="1885950" y="28575"/>
                  </a:lnTo>
                  <a:close/>
                  <a:moveTo>
                    <a:pt x="1943100" y="0"/>
                  </a:moveTo>
                  <a:lnTo>
                    <a:pt x="1971675" y="0"/>
                  </a:lnTo>
                  <a:lnTo>
                    <a:pt x="1971675" y="28575"/>
                  </a:lnTo>
                  <a:lnTo>
                    <a:pt x="1943100" y="28575"/>
                  </a:lnTo>
                  <a:close/>
                  <a:moveTo>
                    <a:pt x="2000250" y="0"/>
                  </a:moveTo>
                  <a:lnTo>
                    <a:pt x="2028825" y="0"/>
                  </a:lnTo>
                  <a:lnTo>
                    <a:pt x="2028825" y="28575"/>
                  </a:lnTo>
                  <a:lnTo>
                    <a:pt x="2000250" y="28575"/>
                  </a:lnTo>
                  <a:close/>
                  <a:moveTo>
                    <a:pt x="2057400" y="0"/>
                  </a:moveTo>
                  <a:lnTo>
                    <a:pt x="2085975" y="0"/>
                  </a:lnTo>
                  <a:lnTo>
                    <a:pt x="2085975" y="28575"/>
                  </a:lnTo>
                  <a:lnTo>
                    <a:pt x="2057400" y="28575"/>
                  </a:lnTo>
                  <a:close/>
                  <a:moveTo>
                    <a:pt x="2114550" y="0"/>
                  </a:moveTo>
                  <a:lnTo>
                    <a:pt x="2143125" y="0"/>
                  </a:lnTo>
                  <a:lnTo>
                    <a:pt x="2143125" y="28575"/>
                  </a:lnTo>
                  <a:lnTo>
                    <a:pt x="2114550" y="28575"/>
                  </a:lnTo>
                  <a:close/>
                  <a:moveTo>
                    <a:pt x="2171700" y="0"/>
                  </a:moveTo>
                  <a:lnTo>
                    <a:pt x="2200275" y="0"/>
                  </a:lnTo>
                  <a:lnTo>
                    <a:pt x="2200275" y="28575"/>
                  </a:lnTo>
                  <a:lnTo>
                    <a:pt x="2171700" y="28575"/>
                  </a:lnTo>
                  <a:close/>
                  <a:moveTo>
                    <a:pt x="2228850" y="0"/>
                  </a:moveTo>
                  <a:lnTo>
                    <a:pt x="2257425" y="0"/>
                  </a:lnTo>
                  <a:lnTo>
                    <a:pt x="2257425" y="28575"/>
                  </a:lnTo>
                  <a:lnTo>
                    <a:pt x="2228850" y="28575"/>
                  </a:lnTo>
                  <a:close/>
                  <a:moveTo>
                    <a:pt x="2286000" y="0"/>
                  </a:moveTo>
                  <a:lnTo>
                    <a:pt x="2314575" y="0"/>
                  </a:lnTo>
                  <a:lnTo>
                    <a:pt x="2314575" y="28575"/>
                  </a:lnTo>
                  <a:lnTo>
                    <a:pt x="2286000" y="28575"/>
                  </a:lnTo>
                  <a:close/>
                  <a:moveTo>
                    <a:pt x="2343150" y="0"/>
                  </a:moveTo>
                  <a:lnTo>
                    <a:pt x="2371725" y="0"/>
                  </a:lnTo>
                  <a:lnTo>
                    <a:pt x="2371725" y="28575"/>
                  </a:lnTo>
                  <a:lnTo>
                    <a:pt x="2343150" y="28575"/>
                  </a:lnTo>
                  <a:close/>
                  <a:moveTo>
                    <a:pt x="2400300" y="0"/>
                  </a:moveTo>
                  <a:lnTo>
                    <a:pt x="2428875" y="0"/>
                  </a:lnTo>
                  <a:lnTo>
                    <a:pt x="2428875" y="28575"/>
                  </a:lnTo>
                  <a:lnTo>
                    <a:pt x="2400300" y="28575"/>
                  </a:lnTo>
                  <a:close/>
                  <a:moveTo>
                    <a:pt x="2457450" y="0"/>
                  </a:moveTo>
                  <a:lnTo>
                    <a:pt x="2486025" y="0"/>
                  </a:lnTo>
                  <a:lnTo>
                    <a:pt x="2486025" y="28575"/>
                  </a:lnTo>
                  <a:lnTo>
                    <a:pt x="2457450" y="28575"/>
                  </a:lnTo>
                  <a:close/>
                  <a:moveTo>
                    <a:pt x="2514600" y="0"/>
                  </a:moveTo>
                  <a:lnTo>
                    <a:pt x="2543175" y="0"/>
                  </a:lnTo>
                  <a:lnTo>
                    <a:pt x="2543175" y="28575"/>
                  </a:lnTo>
                  <a:lnTo>
                    <a:pt x="2514600" y="28575"/>
                  </a:lnTo>
                  <a:close/>
                  <a:moveTo>
                    <a:pt x="2571750" y="0"/>
                  </a:moveTo>
                  <a:lnTo>
                    <a:pt x="2600325" y="0"/>
                  </a:lnTo>
                  <a:lnTo>
                    <a:pt x="2600325" y="28575"/>
                  </a:lnTo>
                  <a:lnTo>
                    <a:pt x="2571750" y="28575"/>
                  </a:lnTo>
                  <a:close/>
                  <a:moveTo>
                    <a:pt x="2628900" y="0"/>
                  </a:moveTo>
                  <a:lnTo>
                    <a:pt x="2657475" y="0"/>
                  </a:lnTo>
                  <a:lnTo>
                    <a:pt x="2657475" y="28575"/>
                  </a:lnTo>
                  <a:lnTo>
                    <a:pt x="2628900" y="28575"/>
                  </a:lnTo>
                  <a:close/>
                  <a:moveTo>
                    <a:pt x="2686050" y="0"/>
                  </a:moveTo>
                  <a:lnTo>
                    <a:pt x="2714625" y="0"/>
                  </a:lnTo>
                  <a:lnTo>
                    <a:pt x="2714625" y="28575"/>
                  </a:lnTo>
                  <a:lnTo>
                    <a:pt x="2686050" y="28575"/>
                  </a:lnTo>
                  <a:close/>
                  <a:moveTo>
                    <a:pt x="2743200" y="0"/>
                  </a:moveTo>
                  <a:lnTo>
                    <a:pt x="2771775" y="0"/>
                  </a:lnTo>
                  <a:lnTo>
                    <a:pt x="2771775" y="28575"/>
                  </a:lnTo>
                  <a:lnTo>
                    <a:pt x="2743200" y="28575"/>
                  </a:lnTo>
                  <a:close/>
                  <a:moveTo>
                    <a:pt x="2800350" y="0"/>
                  </a:moveTo>
                  <a:lnTo>
                    <a:pt x="2828925" y="0"/>
                  </a:lnTo>
                  <a:lnTo>
                    <a:pt x="2828925" y="28575"/>
                  </a:lnTo>
                  <a:lnTo>
                    <a:pt x="2800350" y="28575"/>
                  </a:lnTo>
                  <a:close/>
                  <a:moveTo>
                    <a:pt x="2857500" y="0"/>
                  </a:moveTo>
                  <a:lnTo>
                    <a:pt x="2886075" y="0"/>
                  </a:lnTo>
                  <a:lnTo>
                    <a:pt x="2886075" y="28575"/>
                  </a:lnTo>
                  <a:lnTo>
                    <a:pt x="2857500" y="28575"/>
                  </a:lnTo>
                  <a:close/>
                  <a:moveTo>
                    <a:pt x="2914650" y="0"/>
                  </a:moveTo>
                  <a:lnTo>
                    <a:pt x="2943225" y="0"/>
                  </a:lnTo>
                  <a:lnTo>
                    <a:pt x="2943225" y="28575"/>
                  </a:lnTo>
                  <a:lnTo>
                    <a:pt x="2914650" y="28575"/>
                  </a:lnTo>
                  <a:close/>
                  <a:moveTo>
                    <a:pt x="2971800" y="0"/>
                  </a:moveTo>
                  <a:lnTo>
                    <a:pt x="3000375" y="0"/>
                  </a:lnTo>
                  <a:lnTo>
                    <a:pt x="3000375" y="28575"/>
                  </a:lnTo>
                  <a:lnTo>
                    <a:pt x="2971800" y="28575"/>
                  </a:lnTo>
                  <a:close/>
                  <a:moveTo>
                    <a:pt x="3028950" y="0"/>
                  </a:moveTo>
                  <a:lnTo>
                    <a:pt x="3057525" y="0"/>
                  </a:lnTo>
                  <a:lnTo>
                    <a:pt x="3057525" y="28575"/>
                  </a:lnTo>
                  <a:lnTo>
                    <a:pt x="3028950" y="28575"/>
                  </a:lnTo>
                  <a:close/>
                  <a:moveTo>
                    <a:pt x="3086100" y="0"/>
                  </a:moveTo>
                  <a:lnTo>
                    <a:pt x="3114675" y="0"/>
                  </a:lnTo>
                  <a:lnTo>
                    <a:pt x="3114675" y="28575"/>
                  </a:lnTo>
                  <a:lnTo>
                    <a:pt x="3086100" y="28575"/>
                  </a:lnTo>
                  <a:close/>
                  <a:moveTo>
                    <a:pt x="3143250" y="0"/>
                  </a:moveTo>
                  <a:lnTo>
                    <a:pt x="3171825" y="0"/>
                  </a:lnTo>
                  <a:lnTo>
                    <a:pt x="3171825" y="28575"/>
                  </a:lnTo>
                  <a:lnTo>
                    <a:pt x="3143250" y="28575"/>
                  </a:lnTo>
                  <a:close/>
                  <a:moveTo>
                    <a:pt x="3200400" y="0"/>
                  </a:moveTo>
                  <a:lnTo>
                    <a:pt x="3228975" y="0"/>
                  </a:lnTo>
                  <a:lnTo>
                    <a:pt x="3228975" y="28575"/>
                  </a:lnTo>
                  <a:lnTo>
                    <a:pt x="3200400" y="28575"/>
                  </a:lnTo>
                  <a:close/>
                  <a:moveTo>
                    <a:pt x="3257550" y="0"/>
                  </a:moveTo>
                  <a:lnTo>
                    <a:pt x="3286125" y="0"/>
                  </a:lnTo>
                  <a:lnTo>
                    <a:pt x="3286125" y="28575"/>
                  </a:lnTo>
                  <a:lnTo>
                    <a:pt x="3257550" y="28575"/>
                  </a:lnTo>
                  <a:close/>
                  <a:moveTo>
                    <a:pt x="3314700" y="0"/>
                  </a:moveTo>
                  <a:lnTo>
                    <a:pt x="3343275" y="0"/>
                  </a:lnTo>
                  <a:lnTo>
                    <a:pt x="3343275" y="28575"/>
                  </a:lnTo>
                  <a:lnTo>
                    <a:pt x="3314700" y="28575"/>
                  </a:lnTo>
                  <a:close/>
                  <a:moveTo>
                    <a:pt x="3371850" y="0"/>
                  </a:moveTo>
                  <a:lnTo>
                    <a:pt x="3400425" y="0"/>
                  </a:lnTo>
                  <a:lnTo>
                    <a:pt x="3400425" y="28575"/>
                  </a:lnTo>
                  <a:lnTo>
                    <a:pt x="3371850" y="28575"/>
                  </a:lnTo>
                  <a:close/>
                  <a:moveTo>
                    <a:pt x="3429000" y="0"/>
                  </a:moveTo>
                  <a:lnTo>
                    <a:pt x="3456051" y="0"/>
                  </a:lnTo>
                  <a:lnTo>
                    <a:pt x="3456051" y="28575"/>
                  </a:lnTo>
                  <a:lnTo>
                    <a:pt x="3429000" y="28575"/>
                  </a:lnTo>
                  <a:close/>
                  <a:moveTo>
                    <a:pt x="0" y="0"/>
                  </a:moveTo>
                  <a:lnTo>
                    <a:pt x="28575" y="0"/>
                  </a:lnTo>
                  <a:lnTo>
                    <a:pt x="28575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332956" y="6538646"/>
            <a:ext cx="3163824" cy="10668"/>
            <a:chOff x="0" y="0"/>
            <a:chExt cx="3163824" cy="106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63824" cy="10668"/>
            </a:xfrm>
            <a:custGeom>
              <a:avLst/>
              <a:gdLst/>
              <a:ahLst/>
              <a:cxnLst/>
              <a:rect r="r" b="b" t="t" l="l"/>
              <a:pathLst>
                <a:path h="10668" w="3163824">
                  <a:moveTo>
                    <a:pt x="2372868" y="0"/>
                  </a:moveTo>
                  <a:lnTo>
                    <a:pt x="1581912" y="0"/>
                  </a:lnTo>
                  <a:lnTo>
                    <a:pt x="790956" y="0"/>
                  </a:lnTo>
                  <a:lnTo>
                    <a:pt x="0" y="0"/>
                  </a:lnTo>
                  <a:lnTo>
                    <a:pt x="0" y="10668"/>
                  </a:lnTo>
                  <a:lnTo>
                    <a:pt x="790956" y="10668"/>
                  </a:lnTo>
                  <a:lnTo>
                    <a:pt x="1581912" y="10668"/>
                  </a:lnTo>
                  <a:lnTo>
                    <a:pt x="2372868" y="10668"/>
                  </a:lnTo>
                  <a:lnTo>
                    <a:pt x="3163824" y="10668"/>
                  </a:lnTo>
                  <a:lnTo>
                    <a:pt x="3163824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32956" y="6298340"/>
            <a:ext cx="3226889" cy="272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b="true" sz="1596" spc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  <a:hlinkClick r:id="rId9" tooltip="https://www.expoasa.com.br/ideasun"/>
              </a:rPr>
              <a:t>www.expoasa.com.br/ideasun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48728" y="580034"/>
            <a:ext cx="735747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spc="1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TEMA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02460" y="1046759"/>
            <a:ext cx="7303740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Objetivos de Desenvolvimento Sustentável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75594" y="1440498"/>
            <a:ext cx="7303740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A EQUIPE DEVERÁ INDICAR OS OBJETIVOS DE DESENVOLVIMENTO SUSTENTÁVEL RELACIONADOS AO TEMA DE SUA CATEGORIA E À PROPOSTA DA EQUIPE.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 (EXCLUIR ESTE TEXTO)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65108" y="5963412"/>
            <a:ext cx="3127248" cy="765048"/>
          </a:xfrm>
          <a:custGeom>
            <a:avLst/>
            <a:gdLst/>
            <a:ahLst/>
            <a:cxnLst/>
            <a:rect r="r" b="b" t="t" l="l"/>
            <a:pathLst>
              <a:path h="765048" w="3127248">
                <a:moveTo>
                  <a:pt x="0" y="0"/>
                </a:moveTo>
                <a:lnTo>
                  <a:pt x="3127248" y="0"/>
                </a:lnTo>
                <a:lnTo>
                  <a:pt x="3127248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 descr="Uma imagem contendo Interface gráfica do usuário  Descrição gerada automaticamente"/>
          <p:cNvSpPr/>
          <p:nvPr/>
        </p:nvSpPr>
        <p:spPr>
          <a:xfrm flipH="false" flipV="false" rot="0">
            <a:off x="9913344" y="6131138"/>
            <a:ext cx="1949806" cy="469230"/>
          </a:xfrm>
          <a:custGeom>
            <a:avLst/>
            <a:gdLst/>
            <a:ahLst/>
            <a:cxnLst/>
            <a:rect r="r" b="b" t="t" l="l"/>
            <a:pathLst>
              <a:path h="469230" w="1949806">
                <a:moveTo>
                  <a:pt x="0" y="0"/>
                </a:moveTo>
                <a:lnTo>
                  <a:pt x="1949805" y="0"/>
                </a:lnTo>
                <a:lnTo>
                  <a:pt x="1949805" y="469230"/>
                </a:lnTo>
                <a:lnTo>
                  <a:pt x="0" y="469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 descr="Logotipo  Descrição gerada automaticamente"/>
          <p:cNvSpPr/>
          <p:nvPr/>
        </p:nvSpPr>
        <p:spPr>
          <a:xfrm flipH="false" flipV="false" rot="0">
            <a:off x="8966416" y="6091666"/>
            <a:ext cx="893674" cy="583282"/>
          </a:xfrm>
          <a:custGeom>
            <a:avLst/>
            <a:gdLst/>
            <a:ahLst/>
            <a:cxnLst/>
            <a:rect r="r" b="b" t="t" l="l"/>
            <a:pathLst>
              <a:path h="583282" w="893674">
                <a:moveTo>
                  <a:pt x="0" y="0"/>
                </a:moveTo>
                <a:lnTo>
                  <a:pt x="893674" y="0"/>
                </a:lnTo>
                <a:lnTo>
                  <a:pt x="893674" y="583283"/>
                </a:lnTo>
                <a:lnTo>
                  <a:pt x="0" y="583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6116" y="5963412"/>
            <a:ext cx="1944624" cy="765048"/>
          </a:xfrm>
          <a:custGeom>
            <a:avLst/>
            <a:gdLst/>
            <a:ahLst/>
            <a:cxnLst/>
            <a:rect r="r" b="b" t="t" l="l"/>
            <a:pathLst>
              <a:path h="765048" w="1944624">
                <a:moveTo>
                  <a:pt x="0" y="0"/>
                </a:moveTo>
                <a:lnTo>
                  <a:pt x="1944624" y="0"/>
                </a:lnTo>
                <a:lnTo>
                  <a:pt x="1944624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 descr="Forma  Descrição gerada automaticamente com confiança média"/>
          <p:cNvSpPr/>
          <p:nvPr/>
        </p:nvSpPr>
        <p:spPr>
          <a:xfrm flipH="false" flipV="false" rot="0">
            <a:off x="4148728" y="6075950"/>
            <a:ext cx="583501" cy="526447"/>
          </a:xfrm>
          <a:custGeom>
            <a:avLst/>
            <a:gdLst/>
            <a:ahLst/>
            <a:cxnLst/>
            <a:rect r="r" b="b" t="t" l="l"/>
            <a:pathLst>
              <a:path h="526447" w="583501">
                <a:moveTo>
                  <a:pt x="0" y="0"/>
                </a:moveTo>
                <a:lnTo>
                  <a:pt x="583502" y="0"/>
                </a:lnTo>
                <a:lnTo>
                  <a:pt x="583502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"/>
            </a:stretch>
          </a:blipFill>
        </p:spPr>
      </p:sp>
      <p:sp>
        <p:nvSpPr>
          <p:cNvPr name="Freeform 7" id="7" descr="Forma, Logotipo  O conteúdo gerado por IA pode estar incorreto."/>
          <p:cNvSpPr/>
          <p:nvPr/>
        </p:nvSpPr>
        <p:spPr>
          <a:xfrm flipH="false" flipV="false" rot="0">
            <a:off x="5029505" y="6091666"/>
            <a:ext cx="766924" cy="526447"/>
          </a:xfrm>
          <a:custGeom>
            <a:avLst/>
            <a:gdLst/>
            <a:ahLst/>
            <a:cxnLst/>
            <a:rect r="r" b="b" t="t" l="l"/>
            <a:pathLst>
              <a:path h="526447" w="766924">
                <a:moveTo>
                  <a:pt x="0" y="0"/>
                </a:moveTo>
                <a:lnTo>
                  <a:pt x="766924" y="0"/>
                </a:lnTo>
                <a:lnTo>
                  <a:pt x="766924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"/>
            </a:stretch>
          </a:blipFill>
        </p:spPr>
      </p:sp>
      <p:sp>
        <p:nvSpPr>
          <p:cNvPr name="Freeform 8" id="8" descr="Logotipo  O conteúdo gerado por IA pode estar incorreto."/>
          <p:cNvSpPr/>
          <p:nvPr/>
        </p:nvSpPr>
        <p:spPr>
          <a:xfrm flipH="false" flipV="false" rot="0">
            <a:off x="0" y="0"/>
            <a:ext cx="3810000" cy="6858000"/>
          </a:xfrm>
          <a:custGeom>
            <a:avLst/>
            <a:gdLst/>
            <a:ahLst/>
            <a:cxnLst/>
            <a:rect r="r" b="b" t="t" l="l"/>
            <a:pathLst>
              <a:path h="6858000" w="3810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8840" y="6109316"/>
            <a:ext cx="3456003" cy="29299"/>
            <a:chOff x="0" y="0"/>
            <a:chExt cx="3456000" cy="292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56051" cy="28575"/>
            </a:xfrm>
            <a:custGeom>
              <a:avLst/>
              <a:gdLst/>
              <a:ahLst/>
              <a:cxnLst/>
              <a:rect r="r" b="b" t="t" l="l"/>
              <a:pathLst>
                <a:path h="28575" w="3456051">
                  <a:moveTo>
                    <a:pt x="57150" y="0"/>
                  </a:moveTo>
                  <a:lnTo>
                    <a:pt x="85725" y="0"/>
                  </a:lnTo>
                  <a:lnTo>
                    <a:pt x="85725" y="28575"/>
                  </a:lnTo>
                  <a:lnTo>
                    <a:pt x="57150" y="28575"/>
                  </a:lnTo>
                  <a:close/>
                  <a:moveTo>
                    <a:pt x="114300" y="0"/>
                  </a:moveTo>
                  <a:lnTo>
                    <a:pt x="142875" y="0"/>
                  </a:lnTo>
                  <a:lnTo>
                    <a:pt x="142875" y="28575"/>
                  </a:lnTo>
                  <a:lnTo>
                    <a:pt x="114300" y="28575"/>
                  </a:lnTo>
                  <a:close/>
                  <a:moveTo>
                    <a:pt x="171450" y="0"/>
                  </a:moveTo>
                  <a:lnTo>
                    <a:pt x="200025" y="0"/>
                  </a:lnTo>
                  <a:lnTo>
                    <a:pt x="200025" y="28575"/>
                  </a:lnTo>
                  <a:lnTo>
                    <a:pt x="171450" y="28575"/>
                  </a:lnTo>
                  <a:close/>
                  <a:moveTo>
                    <a:pt x="228600" y="0"/>
                  </a:moveTo>
                  <a:lnTo>
                    <a:pt x="257175" y="0"/>
                  </a:lnTo>
                  <a:lnTo>
                    <a:pt x="257175" y="28575"/>
                  </a:lnTo>
                  <a:lnTo>
                    <a:pt x="228600" y="28575"/>
                  </a:lnTo>
                  <a:close/>
                  <a:moveTo>
                    <a:pt x="285750" y="0"/>
                  </a:moveTo>
                  <a:lnTo>
                    <a:pt x="314325" y="0"/>
                  </a:lnTo>
                  <a:lnTo>
                    <a:pt x="314325" y="28575"/>
                  </a:lnTo>
                  <a:lnTo>
                    <a:pt x="285750" y="28575"/>
                  </a:lnTo>
                  <a:close/>
                  <a:moveTo>
                    <a:pt x="342900" y="0"/>
                  </a:moveTo>
                  <a:lnTo>
                    <a:pt x="371475" y="0"/>
                  </a:lnTo>
                  <a:lnTo>
                    <a:pt x="371475" y="28575"/>
                  </a:lnTo>
                  <a:lnTo>
                    <a:pt x="342900" y="28575"/>
                  </a:lnTo>
                  <a:close/>
                  <a:moveTo>
                    <a:pt x="400050" y="0"/>
                  </a:moveTo>
                  <a:lnTo>
                    <a:pt x="428625" y="0"/>
                  </a:lnTo>
                  <a:lnTo>
                    <a:pt x="428625" y="28575"/>
                  </a:lnTo>
                  <a:lnTo>
                    <a:pt x="400050" y="28575"/>
                  </a:lnTo>
                  <a:close/>
                  <a:moveTo>
                    <a:pt x="457200" y="0"/>
                  </a:moveTo>
                  <a:lnTo>
                    <a:pt x="485775" y="0"/>
                  </a:lnTo>
                  <a:lnTo>
                    <a:pt x="485775" y="28575"/>
                  </a:lnTo>
                  <a:lnTo>
                    <a:pt x="457200" y="28575"/>
                  </a:lnTo>
                  <a:close/>
                  <a:moveTo>
                    <a:pt x="514350" y="0"/>
                  </a:moveTo>
                  <a:lnTo>
                    <a:pt x="542925" y="0"/>
                  </a:lnTo>
                  <a:lnTo>
                    <a:pt x="542925" y="28575"/>
                  </a:lnTo>
                  <a:lnTo>
                    <a:pt x="514350" y="28575"/>
                  </a:lnTo>
                  <a:close/>
                  <a:moveTo>
                    <a:pt x="571500" y="0"/>
                  </a:moveTo>
                  <a:lnTo>
                    <a:pt x="600075" y="0"/>
                  </a:lnTo>
                  <a:lnTo>
                    <a:pt x="600075" y="28575"/>
                  </a:lnTo>
                  <a:lnTo>
                    <a:pt x="571500" y="28575"/>
                  </a:lnTo>
                  <a:close/>
                  <a:moveTo>
                    <a:pt x="628650" y="0"/>
                  </a:moveTo>
                  <a:lnTo>
                    <a:pt x="657225" y="0"/>
                  </a:lnTo>
                  <a:lnTo>
                    <a:pt x="657225" y="28575"/>
                  </a:lnTo>
                  <a:lnTo>
                    <a:pt x="628650" y="28575"/>
                  </a:lnTo>
                  <a:close/>
                  <a:moveTo>
                    <a:pt x="685800" y="0"/>
                  </a:moveTo>
                  <a:lnTo>
                    <a:pt x="714375" y="0"/>
                  </a:lnTo>
                  <a:lnTo>
                    <a:pt x="714375" y="28575"/>
                  </a:lnTo>
                  <a:lnTo>
                    <a:pt x="685800" y="28575"/>
                  </a:lnTo>
                  <a:close/>
                  <a:moveTo>
                    <a:pt x="742950" y="0"/>
                  </a:moveTo>
                  <a:lnTo>
                    <a:pt x="771525" y="0"/>
                  </a:lnTo>
                  <a:lnTo>
                    <a:pt x="771525" y="28575"/>
                  </a:lnTo>
                  <a:lnTo>
                    <a:pt x="742950" y="28575"/>
                  </a:lnTo>
                  <a:close/>
                  <a:moveTo>
                    <a:pt x="800100" y="0"/>
                  </a:moveTo>
                  <a:lnTo>
                    <a:pt x="828675" y="0"/>
                  </a:lnTo>
                  <a:lnTo>
                    <a:pt x="828675" y="28575"/>
                  </a:lnTo>
                  <a:lnTo>
                    <a:pt x="800100" y="28575"/>
                  </a:lnTo>
                  <a:close/>
                  <a:moveTo>
                    <a:pt x="857250" y="0"/>
                  </a:moveTo>
                  <a:lnTo>
                    <a:pt x="885825" y="0"/>
                  </a:lnTo>
                  <a:lnTo>
                    <a:pt x="885825" y="28575"/>
                  </a:lnTo>
                  <a:lnTo>
                    <a:pt x="857250" y="28575"/>
                  </a:lnTo>
                  <a:close/>
                  <a:moveTo>
                    <a:pt x="914400" y="0"/>
                  </a:moveTo>
                  <a:lnTo>
                    <a:pt x="942975" y="0"/>
                  </a:lnTo>
                  <a:lnTo>
                    <a:pt x="942975" y="28575"/>
                  </a:lnTo>
                  <a:lnTo>
                    <a:pt x="914400" y="28575"/>
                  </a:lnTo>
                  <a:close/>
                  <a:moveTo>
                    <a:pt x="971550" y="0"/>
                  </a:moveTo>
                  <a:lnTo>
                    <a:pt x="1000125" y="0"/>
                  </a:lnTo>
                  <a:lnTo>
                    <a:pt x="1000125" y="28575"/>
                  </a:lnTo>
                  <a:lnTo>
                    <a:pt x="971550" y="28575"/>
                  </a:lnTo>
                  <a:close/>
                  <a:moveTo>
                    <a:pt x="1028700" y="0"/>
                  </a:moveTo>
                  <a:lnTo>
                    <a:pt x="1057275" y="0"/>
                  </a:lnTo>
                  <a:lnTo>
                    <a:pt x="1057275" y="28575"/>
                  </a:lnTo>
                  <a:lnTo>
                    <a:pt x="1028700" y="28575"/>
                  </a:lnTo>
                  <a:close/>
                  <a:moveTo>
                    <a:pt x="1085850" y="0"/>
                  </a:moveTo>
                  <a:lnTo>
                    <a:pt x="1114425" y="0"/>
                  </a:lnTo>
                  <a:lnTo>
                    <a:pt x="1114425" y="28575"/>
                  </a:lnTo>
                  <a:lnTo>
                    <a:pt x="1085850" y="28575"/>
                  </a:lnTo>
                  <a:close/>
                  <a:moveTo>
                    <a:pt x="1143000" y="0"/>
                  </a:moveTo>
                  <a:lnTo>
                    <a:pt x="1171575" y="0"/>
                  </a:lnTo>
                  <a:lnTo>
                    <a:pt x="1171575" y="28575"/>
                  </a:lnTo>
                  <a:lnTo>
                    <a:pt x="1143000" y="28575"/>
                  </a:lnTo>
                  <a:close/>
                  <a:moveTo>
                    <a:pt x="1200150" y="0"/>
                  </a:moveTo>
                  <a:lnTo>
                    <a:pt x="1228725" y="0"/>
                  </a:lnTo>
                  <a:lnTo>
                    <a:pt x="1228725" y="28575"/>
                  </a:lnTo>
                  <a:lnTo>
                    <a:pt x="1200150" y="28575"/>
                  </a:lnTo>
                  <a:close/>
                  <a:moveTo>
                    <a:pt x="1257300" y="0"/>
                  </a:moveTo>
                  <a:lnTo>
                    <a:pt x="1285875" y="0"/>
                  </a:lnTo>
                  <a:lnTo>
                    <a:pt x="1285875" y="28575"/>
                  </a:lnTo>
                  <a:lnTo>
                    <a:pt x="1257300" y="28575"/>
                  </a:lnTo>
                  <a:close/>
                  <a:moveTo>
                    <a:pt x="1314450" y="0"/>
                  </a:moveTo>
                  <a:lnTo>
                    <a:pt x="1343025" y="0"/>
                  </a:lnTo>
                  <a:lnTo>
                    <a:pt x="1343025" y="28575"/>
                  </a:lnTo>
                  <a:lnTo>
                    <a:pt x="1314450" y="28575"/>
                  </a:lnTo>
                  <a:close/>
                  <a:moveTo>
                    <a:pt x="1371600" y="0"/>
                  </a:moveTo>
                  <a:lnTo>
                    <a:pt x="1400175" y="0"/>
                  </a:lnTo>
                  <a:lnTo>
                    <a:pt x="1400175" y="28575"/>
                  </a:lnTo>
                  <a:lnTo>
                    <a:pt x="1371600" y="28575"/>
                  </a:lnTo>
                  <a:close/>
                  <a:moveTo>
                    <a:pt x="1428750" y="0"/>
                  </a:moveTo>
                  <a:lnTo>
                    <a:pt x="1457325" y="0"/>
                  </a:lnTo>
                  <a:lnTo>
                    <a:pt x="1457325" y="28575"/>
                  </a:lnTo>
                  <a:lnTo>
                    <a:pt x="1428750" y="28575"/>
                  </a:lnTo>
                  <a:close/>
                  <a:moveTo>
                    <a:pt x="1485900" y="0"/>
                  </a:moveTo>
                  <a:lnTo>
                    <a:pt x="1514475" y="0"/>
                  </a:lnTo>
                  <a:lnTo>
                    <a:pt x="1514475" y="28575"/>
                  </a:lnTo>
                  <a:lnTo>
                    <a:pt x="1485900" y="28575"/>
                  </a:lnTo>
                  <a:close/>
                  <a:moveTo>
                    <a:pt x="1543050" y="0"/>
                  </a:moveTo>
                  <a:lnTo>
                    <a:pt x="1571625" y="0"/>
                  </a:lnTo>
                  <a:lnTo>
                    <a:pt x="1571625" y="28575"/>
                  </a:lnTo>
                  <a:lnTo>
                    <a:pt x="1543050" y="28575"/>
                  </a:lnTo>
                  <a:close/>
                  <a:moveTo>
                    <a:pt x="1600200" y="0"/>
                  </a:moveTo>
                  <a:lnTo>
                    <a:pt x="1628775" y="0"/>
                  </a:lnTo>
                  <a:lnTo>
                    <a:pt x="1628775" y="28575"/>
                  </a:lnTo>
                  <a:lnTo>
                    <a:pt x="1600200" y="28575"/>
                  </a:lnTo>
                  <a:close/>
                  <a:moveTo>
                    <a:pt x="1657350" y="0"/>
                  </a:moveTo>
                  <a:lnTo>
                    <a:pt x="1685925" y="0"/>
                  </a:lnTo>
                  <a:lnTo>
                    <a:pt x="1685925" y="28575"/>
                  </a:lnTo>
                  <a:lnTo>
                    <a:pt x="1657350" y="28575"/>
                  </a:lnTo>
                  <a:close/>
                  <a:moveTo>
                    <a:pt x="1714500" y="0"/>
                  </a:moveTo>
                  <a:lnTo>
                    <a:pt x="1743075" y="0"/>
                  </a:lnTo>
                  <a:lnTo>
                    <a:pt x="1743075" y="28575"/>
                  </a:lnTo>
                  <a:lnTo>
                    <a:pt x="1714500" y="28575"/>
                  </a:lnTo>
                  <a:close/>
                  <a:moveTo>
                    <a:pt x="1771650" y="0"/>
                  </a:moveTo>
                  <a:lnTo>
                    <a:pt x="1800225" y="0"/>
                  </a:lnTo>
                  <a:lnTo>
                    <a:pt x="1800225" y="28575"/>
                  </a:lnTo>
                  <a:lnTo>
                    <a:pt x="1771650" y="28575"/>
                  </a:lnTo>
                  <a:close/>
                  <a:moveTo>
                    <a:pt x="1828800" y="0"/>
                  </a:moveTo>
                  <a:lnTo>
                    <a:pt x="1857375" y="0"/>
                  </a:lnTo>
                  <a:lnTo>
                    <a:pt x="1857375" y="28575"/>
                  </a:lnTo>
                  <a:lnTo>
                    <a:pt x="1828800" y="28575"/>
                  </a:lnTo>
                  <a:close/>
                  <a:moveTo>
                    <a:pt x="1885950" y="0"/>
                  </a:moveTo>
                  <a:lnTo>
                    <a:pt x="1914525" y="0"/>
                  </a:lnTo>
                  <a:lnTo>
                    <a:pt x="1914525" y="28575"/>
                  </a:lnTo>
                  <a:lnTo>
                    <a:pt x="1885950" y="28575"/>
                  </a:lnTo>
                  <a:close/>
                  <a:moveTo>
                    <a:pt x="1943100" y="0"/>
                  </a:moveTo>
                  <a:lnTo>
                    <a:pt x="1971675" y="0"/>
                  </a:lnTo>
                  <a:lnTo>
                    <a:pt x="1971675" y="28575"/>
                  </a:lnTo>
                  <a:lnTo>
                    <a:pt x="1943100" y="28575"/>
                  </a:lnTo>
                  <a:close/>
                  <a:moveTo>
                    <a:pt x="2000250" y="0"/>
                  </a:moveTo>
                  <a:lnTo>
                    <a:pt x="2028825" y="0"/>
                  </a:lnTo>
                  <a:lnTo>
                    <a:pt x="2028825" y="28575"/>
                  </a:lnTo>
                  <a:lnTo>
                    <a:pt x="2000250" y="28575"/>
                  </a:lnTo>
                  <a:close/>
                  <a:moveTo>
                    <a:pt x="2057400" y="0"/>
                  </a:moveTo>
                  <a:lnTo>
                    <a:pt x="2085975" y="0"/>
                  </a:lnTo>
                  <a:lnTo>
                    <a:pt x="2085975" y="28575"/>
                  </a:lnTo>
                  <a:lnTo>
                    <a:pt x="2057400" y="28575"/>
                  </a:lnTo>
                  <a:close/>
                  <a:moveTo>
                    <a:pt x="2114550" y="0"/>
                  </a:moveTo>
                  <a:lnTo>
                    <a:pt x="2143125" y="0"/>
                  </a:lnTo>
                  <a:lnTo>
                    <a:pt x="2143125" y="28575"/>
                  </a:lnTo>
                  <a:lnTo>
                    <a:pt x="2114550" y="28575"/>
                  </a:lnTo>
                  <a:close/>
                  <a:moveTo>
                    <a:pt x="2171700" y="0"/>
                  </a:moveTo>
                  <a:lnTo>
                    <a:pt x="2200275" y="0"/>
                  </a:lnTo>
                  <a:lnTo>
                    <a:pt x="2200275" y="28575"/>
                  </a:lnTo>
                  <a:lnTo>
                    <a:pt x="2171700" y="28575"/>
                  </a:lnTo>
                  <a:close/>
                  <a:moveTo>
                    <a:pt x="2228850" y="0"/>
                  </a:moveTo>
                  <a:lnTo>
                    <a:pt x="2257425" y="0"/>
                  </a:lnTo>
                  <a:lnTo>
                    <a:pt x="2257425" y="28575"/>
                  </a:lnTo>
                  <a:lnTo>
                    <a:pt x="2228850" y="28575"/>
                  </a:lnTo>
                  <a:close/>
                  <a:moveTo>
                    <a:pt x="2286000" y="0"/>
                  </a:moveTo>
                  <a:lnTo>
                    <a:pt x="2314575" y="0"/>
                  </a:lnTo>
                  <a:lnTo>
                    <a:pt x="2314575" y="28575"/>
                  </a:lnTo>
                  <a:lnTo>
                    <a:pt x="2286000" y="28575"/>
                  </a:lnTo>
                  <a:close/>
                  <a:moveTo>
                    <a:pt x="2343150" y="0"/>
                  </a:moveTo>
                  <a:lnTo>
                    <a:pt x="2371725" y="0"/>
                  </a:lnTo>
                  <a:lnTo>
                    <a:pt x="2371725" y="28575"/>
                  </a:lnTo>
                  <a:lnTo>
                    <a:pt x="2343150" y="28575"/>
                  </a:lnTo>
                  <a:close/>
                  <a:moveTo>
                    <a:pt x="2400300" y="0"/>
                  </a:moveTo>
                  <a:lnTo>
                    <a:pt x="2428875" y="0"/>
                  </a:lnTo>
                  <a:lnTo>
                    <a:pt x="2428875" y="28575"/>
                  </a:lnTo>
                  <a:lnTo>
                    <a:pt x="2400300" y="28575"/>
                  </a:lnTo>
                  <a:close/>
                  <a:moveTo>
                    <a:pt x="2457450" y="0"/>
                  </a:moveTo>
                  <a:lnTo>
                    <a:pt x="2486025" y="0"/>
                  </a:lnTo>
                  <a:lnTo>
                    <a:pt x="2486025" y="28575"/>
                  </a:lnTo>
                  <a:lnTo>
                    <a:pt x="2457450" y="28575"/>
                  </a:lnTo>
                  <a:close/>
                  <a:moveTo>
                    <a:pt x="2514600" y="0"/>
                  </a:moveTo>
                  <a:lnTo>
                    <a:pt x="2543175" y="0"/>
                  </a:lnTo>
                  <a:lnTo>
                    <a:pt x="2543175" y="28575"/>
                  </a:lnTo>
                  <a:lnTo>
                    <a:pt x="2514600" y="28575"/>
                  </a:lnTo>
                  <a:close/>
                  <a:moveTo>
                    <a:pt x="2571750" y="0"/>
                  </a:moveTo>
                  <a:lnTo>
                    <a:pt x="2600325" y="0"/>
                  </a:lnTo>
                  <a:lnTo>
                    <a:pt x="2600325" y="28575"/>
                  </a:lnTo>
                  <a:lnTo>
                    <a:pt x="2571750" y="28575"/>
                  </a:lnTo>
                  <a:close/>
                  <a:moveTo>
                    <a:pt x="2628900" y="0"/>
                  </a:moveTo>
                  <a:lnTo>
                    <a:pt x="2657475" y="0"/>
                  </a:lnTo>
                  <a:lnTo>
                    <a:pt x="2657475" y="28575"/>
                  </a:lnTo>
                  <a:lnTo>
                    <a:pt x="2628900" y="28575"/>
                  </a:lnTo>
                  <a:close/>
                  <a:moveTo>
                    <a:pt x="2686050" y="0"/>
                  </a:moveTo>
                  <a:lnTo>
                    <a:pt x="2714625" y="0"/>
                  </a:lnTo>
                  <a:lnTo>
                    <a:pt x="2714625" y="28575"/>
                  </a:lnTo>
                  <a:lnTo>
                    <a:pt x="2686050" y="28575"/>
                  </a:lnTo>
                  <a:close/>
                  <a:moveTo>
                    <a:pt x="2743200" y="0"/>
                  </a:moveTo>
                  <a:lnTo>
                    <a:pt x="2771775" y="0"/>
                  </a:lnTo>
                  <a:lnTo>
                    <a:pt x="2771775" y="28575"/>
                  </a:lnTo>
                  <a:lnTo>
                    <a:pt x="2743200" y="28575"/>
                  </a:lnTo>
                  <a:close/>
                  <a:moveTo>
                    <a:pt x="2800350" y="0"/>
                  </a:moveTo>
                  <a:lnTo>
                    <a:pt x="2828925" y="0"/>
                  </a:lnTo>
                  <a:lnTo>
                    <a:pt x="2828925" y="28575"/>
                  </a:lnTo>
                  <a:lnTo>
                    <a:pt x="2800350" y="28575"/>
                  </a:lnTo>
                  <a:close/>
                  <a:moveTo>
                    <a:pt x="2857500" y="0"/>
                  </a:moveTo>
                  <a:lnTo>
                    <a:pt x="2886075" y="0"/>
                  </a:lnTo>
                  <a:lnTo>
                    <a:pt x="2886075" y="28575"/>
                  </a:lnTo>
                  <a:lnTo>
                    <a:pt x="2857500" y="28575"/>
                  </a:lnTo>
                  <a:close/>
                  <a:moveTo>
                    <a:pt x="2914650" y="0"/>
                  </a:moveTo>
                  <a:lnTo>
                    <a:pt x="2943225" y="0"/>
                  </a:lnTo>
                  <a:lnTo>
                    <a:pt x="2943225" y="28575"/>
                  </a:lnTo>
                  <a:lnTo>
                    <a:pt x="2914650" y="28575"/>
                  </a:lnTo>
                  <a:close/>
                  <a:moveTo>
                    <a:pt x="2971800" y="0"/>
                  </a:moveTo>
                  <a:lnTo>
                    <a:pt x="3000375" y="0"/>
                  </a:lnTo>
                  <a:lnTo>
                    <a:pt x="3000375" y="28575"/>
                  </a:lnTo>
                  <a:lnTo>
                    <a:pt x="2971800" y="28575"/>
                  </a:lnTo>
                  <a:close/>
                  <a:moveTo>
                    <a:pt x="3028950" y="0"/>
                  </a:moveTo>
                  <a:lnTo>
                    <a:pt x="3057525" y="0"/>
                  </a:lnTo>
                  <a:lnTo>
                    <a:pt x="3057525" y="28575"/>
                  </a:lnTo>
                  <a:lnTo>
                    <a:pt x="3028950" y="28575"/>
                  </a:lnTo>
                  <a:close/>
                  <a:moveTo>
                    <a:pt x="3086100" y="0"/>
                  </a:moveTo>
                  <a:lnTo>
                    <a:pt x="3114675" y="0"/>
                  </a:lnTo>
                  <a:lnTo>
                    <a:pt x="3114675" y="28575"/>
                  </a:lnTo>
                  <a:lnTo>
                    <a:pt x="3086100" y="28575"/>
                  </a:lnTo>
                  <a:close/>
                  <a:moveTo>
                    <a:pt x="3143250" y="0"/>
                  </a:moveTo>
                  <a:lnTo>
                    <a:pt x="3171825" y="0"/>
                  </a:lnTo>
                  <a:lnTo>
                    <a:pt x="3171825" y="28575"/>
                  </a:lnTo>
                  <a:lnTo>
                    <a:pt x="3143250" y="28575"/>
                  </a:lnTo>
                  <a:close/>
                  <a:moveTo>
                    <a:pt x="3200400" y="0"/>
                  </a:moveTo>
                  <a:lnTo>
                    <a:pt x="3228975" y="0"/>
                  </a:lnTo>
                  <a:lnTo>
                    <a:pt x="3228975" y="28575"/>
                  </a:lnTo>
                  <a:lnTo>
                    <a:pt x="3200400" y="28575"/>
                  </a:lnTo>
                  <a:close/>
                  <a:moveTo>
                    <a:pt x="3257550" y="0"/>
                  </a:moveTo>
                  <a:lnTo>
                    <a:pt x="3286125" y="0"/>
                  </a:lnTo>
                  <a:lnTo>
                    <a:pt x="3286125" y="28575"/>
                  </a:lnTo>
                  <a:lnTo>
                    <a:pt x="3257550" y="28575"/>
                  </a:lnTo>
                  <a:close/>
                  <a:moveTo>
                    <a:pt x="3314700" y="0"/>
                  </a:moveTo>
                  <a:lnTo>
                    <a:pt x="3343275" y="0"/>
                  </a:lnTo>
                  <a:lnTo>
                    <a:pt x="3343275" y="28575"/>
                  </a:lnTo>
                  <a:lnTo>
                    <a:pt x="3314700" y="28575"/>
                  </a:lnTo>
                  <a:close/>
                  <a:moveTo>
                    <a:pt x="3371850" y="0"/>
                  </a:moveTo>
                  <a:lnTo>
                    <a:pt x="3400425" y="0"/>
                  </a:lnTo>
                  <a:lnTo>
                    <a:pt x="3400425" y="28575"/>
                  </a:lnTo>
                  <a:lnTo>
                    <a:pt x="3371850" y="28575"/>
                  </a:lnTo>
                  <a:close/>
                  <a:moveTo>
                    <a:pt x="3429000" y="0"/>
                  </a:moveTo>
                  <a:lnTo>
                    <a:pt x="3456051" y="0"/>
                  </a:lnTo>
                  <a:lnTo>
                    <a:pt x="3456051" y="28575"/>
                  </a:lnTo>
                  <a:lnTo>
                    <a:pt x="3429000" y="28575"/>
                  </a:lnTo>
                  <a:close/>
                  <a:moveTo>
                    <a:pt x="0" y="0"/>
                  </a:moveTo>
                  <a:lnTo>
                    <a:pt x="28575" y="0"/>
                  </a:lnTo>
                  <a:lnTo>
                    <a:pt x="28575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332956" y="6538646"/>
            <a:ext cx="3163824" cy="10668"/>
            <a:chOff x="0" y="0"/>
            <a:chExt cx="3163824" cy="106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63824" cy="10668"/>
            </a:xfrm>
            <a:custGeom>
              <a:avLst/>
              <a:gdLst/>
              <a:ahLst/>
              <a:cxnLst/>
              <a:rect r="r" b="b" t="t" l="l"/>
              <a:pathLst>
                <a:path h="10668" w="3163824">
                  <a:moveTo>
                    <a:pt x="2372868" y="0"/>
                  </a:moveTo>
                  <a:lnTo>
                    <a:pt x="1581912" y="0"/>
                  </a:lnTo>
                  <a:lnTo>
                    <a:pt x="790956" y="0"/>
                  </a:lnTo>
                  <a:lnTo>
                    <a:pt x="0" y="0"/>
                  </a:lnTo>
                  <a:lnTo>
                    <a:pt x="0" y="10668"/>
                  </a:lnTo>
                  <a:lnTo>
                    <a:pt x="790956" y="10668"/>
                  </a:lnTo>
                  <a:lnTo>
                    <a:pt x="1581912" y="10668"/>
                  </a:lnTo>
                  <a:lnTo>
                    <a:pt x="2372868" y="10668"/>
                  </a:lnTo>
                  <a:lnTo>
                    <a:pt x="3163824" y="10668"/>
                  </a:lnTo>
                  <a:lnTo>
                    <a:pt x="3163824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32956" y="6298340"/>
            <a:ext cx="3226889" cy="272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b="true" sz="1596" spc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  <a:hlinkClick r:id="rId9" tooltip="https://www.expoasa.com.br/ideasun"/>
              </a:rPr>
              <a:t>www.expoasa.com.br/ideasun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48728" y="1463040"/>
            <a:ext cx="7303740" cy="98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A EQUIPE DEVERÁ APRESENTAR O PROBLEMA, RELACIONADO AO TEMA DE SUA CATEGORIA, QUE ESTARÁ SOLUCIONANDO COM A SUA PROPOSTA. DESCREVER BREVEMENTE QUAL O PROBLEMA QUE A EQUIPE ESTARÁ SOLUCIONANDO.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 (EXCLUIR ESTE TEXTO)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48728" y="571500"/>
            <a:ext cx="735747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spc="1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48728" y="1038225"/>
            <a:ext cx="7303740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Descrição do Problema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65108" y="5963412"/>
            <a:ext cx="3127248" cy="765048"/>
          </a:xfrm>
          <a:custGeom>
            <a:avLst/>
            <a:gdLst/>
            <a:ahLst/>
            <a:cxnLst/>
            <a:rect r="r" b="b" t="t" l="l"/>
            <a:pathLst>
              <a:path h="765048" w="3127248">
                <a:moveTo>
                  <a:pt x="0" y="0"/>
                </a:moveTo>
                <a:lnTo>
                  <a:pt x="3127248" y="0"/>
                </a:lnTo>
                <a:lnTo>
                  <a:pt x="3127248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 descr="Uma imagem contendo Interface gráfica do usuário  Descrição gerada automaticamente"/>
          <p:cNvSpPr/>
          <p:nvPr/>
        </p:nvSpPr>
        <p:spPr>
          <a:xfrm flipH="false" flipV="false" rot="0">
            <a:off x="9913344" y="6131138"/>
            <a:ext cx="1949806" cy="469230"/>
          </a:xfrm>
          <a:custGeom>
            <a:avLst/>
            <a:gdLst/>
            <a:ahLst/>
            <a:cxnLst/>
            <a:rect r="r" b="b" t="t" l="l"/>
            <a:pathLst>
              <a:path h="469230" w="1949806">
                <a:moveTo>
                  <a:pt x="0" y="0"/>
                </a:moveTo>
                <a:lnTo>
                  <a:pt x="1949805" y="0"/>
                </a:lnTo>
                <a:lnTo>
                  <a:pt x="1949805" y="469230"/>
                </a:lnTo>
                <a:lnTo>
                  <a:pt x="0" y="469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 descr="Logotipo  Descrição gerada automaticamente"/>
          <p:cNvSpPr/>
          <p:nvPr/>
        </p:nvSpPr>
        <p:spPr>
          <a:xfrm flipH="false" flipV="false" rot="0">
            <a:off x="8966416" y="6091666"/>
            <a:ext cx="893674" cy="583282"/>
          </a:xfrm>
          <a:custGeom>
            <a:avLst/>
            <a:gdLst/>
            <a:ahLst/>
            <a:cxnLst/>
            <a:rect r="r" b="b" t="t" l="l"/>
            <a:pathLst>
              <a:path h="583282" w="893674">
                <a:moveTo>
                  <a:pt x="0" y="0"/>
                </a:moveTo>
                <a:lnTo>
                  <a:pt x="893674" y="0"/>
                </a:lnTo>
                <a:lnTo>
                  <a:pt x="893674" y="583283"/>
                </a:lnTo>
                <a:lnTo>
                  <a:pt x="0" y="583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6116" y="5963412"/>
            <a:ext cx="1944624" cy="765048"/>
          </a:xfrm>
          <a:custGeom>
            <a:avLst/>
            <a:gdLst/>
            <a:ahLst/>
            <a:cxnLst/>
            <a:rect r="r" b="b" t="t" l="l"/>
            <a:pathLst>
              <a:path h="765048" w="1944624">
                <a:moveTo>
                  <a:pt x="0" y="0"/>
                </a:moveTo>
                <a:lnTo>
                  <a:pt x="1944624" y="0"/>
                </a:lnTo>
                <a:lnTo>
                  <a:pt x="1944624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 descr="Forma  Descrição gerada automaticamente com confiança média"/>
          <p:cNvSpPr/>
          <p:nvPr/>
        </p:nvSpPr>
        <p:spPr>
          <a:xfrm flipH="false" flipV="false" rot="0">
            <a:off x="4148728" y="6075950"/>
            <a:ext cx="583501" cy="526447"/>
          </a:xfrm>
          <a:custGeom>
            <a:avLst/>
            <a:gdLst/>
            <a:ahLst/>
            <a:cxnLst/>
            <a:rect r="r" b="b" t="t" l="l"/>
            <a:pathLst>
              <a:path h="526447" w="583501">
                <a:moveTo>
                  <a:pt x="0" y="0"/>
                </a:moveTo>
                <a:lnTo>
                  <a:pt x="583502" y="0"/>
                </a:lnTo>
                <a:lnTo>
                  <a:pt x="583502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"/>
            </a:stretch>
          </a:blipFill>
        </p:spPr>
      </p:sp>
      <p:sp>
        <p:nvSpPr>
          <p:cNvPr name="Freeform 7" id="7" descr="Forma, Logotipo  O conteúdo gerado por IA pode estar incorreto."/>
          <p:cNvSpPr/>
          <p:nvPr/>
        </p:nvSpPr>
        <p:spPr>
          <a:xfrm flipH="false" flipV="false" rot="0">
            <a:off x="5029505" y="6091666"/>
            <a:ext cx="766924" cy="526447"/>
          </a:xfrm>
          <a:custGeom>
            <a:avLst/>
            <a:gdLst/>
            <a:ahLst/>
            <a:cxnLst/>
            <a:rect r="r" b="b" t="t" l="l"/>
            <a:pathLst>
              <a:path h="526447" w="766924">
                <a:moveTo>
                  <a:pt x="0" y="0"/>
                </a:moveTo>
                <a:lnTo>
                  <a:pt x="766924" y="0"/>
                </a:lnTo>
                <a:lnTo>
                  <a:pt x="766924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"/>
            </a:stretch>
          </a:blipFill>
        </p:spPr>
      </p:sp>
      <p:sp>
        <p:nvSpPr>
          <p:cNvPr name="Freeform 8" id="8" descr="Logotipo  O conteúdo gerado por IA pode estar incorreto."/>
          <p:cNvSpPr/>
          <p:nvPr/>
        </p:nvSpPr>
        <p:spPr>
          <a:xfrm flipH="false" flipV="false" rot="0">
            <a:off x="0" y="0"/>
            <a:ext cx="3810000" cy="6858000"/>
          </a:xfrm>
          <a:custGeom>
            <a:avLst/>
            <a:gdLst/>
            <a:ahLst/>
            <a:cxnLst/>
            <a:rect r="r" b="b" t="t" l="l"/>
            <a:pathLst>
              <a:path h="6858000" w="3810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8840" y="6109316"/>
            <a:ext cx="3456003" cy="29299"/>
            <a:chOff x="0" y="0"/>
            <a:chExt cx="3456000" cy="292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56051" cy="28575"/>
            </a:xfrm>
            <a:custGeom>
              <a:avLst/>
              <a:gdLst/>
              <a:ahLst/>
              <a:cxnLst/>
              <a:rect r="r" b="b" t="t" l="l"/>
              <a:pathLst>
                <a:path h="28575" w="3456051">
                  <a:moveTo>
                    <a:pt x="57150" y="0"/>
                  </a:moveTo>
                  <a:lnTo>
                    <a:pt x="85725" y="0"/>
                  </a:lnTo>
                  <a:lnTo>
                    <a:pt x="85725" y="28575"/>
                  </a:lnTo>
                  <a:lnTo>
                    <a:pt x="57150" y="28575"/>
                  </a:lnTo>
                  <a:close/>
                  <a:moveTo>
                    <a:pt x="114300" y="0"/>
                  </a:moveTo>
                  <a:lnTo>
                    <a:pt x="142875" y="0"/>
                  </a:lnTo>
                  <a:lnTo>
                    <a:pt x="142875" y="28575"/>
                  </a:lnTo>
                  <a:lnTo>
                    <a:pt x="114300" y="28575"/>
                  </a:lnTo>
                  <a:close/>
                  <a:moveTo>
                    <a:pt x="171450" y="0"/>
                  </a:moveTo>
                  <a:lnTo>
                    <a:pt x="200025" y="0"/>
                  </a:lnTo>
                  <a:lnTo>
                    <a:pt x="200025" y="28575"/>
                  </a:lnTo>
                  <a:lnTo>
                    <a:pt x="171450" y="28575"/>
                  </a:lnTo>
                  <a:close/>
                  <a:moveTo>
                    <a:pt x="228600" y="0"/>
                  </a:moveTo>
                  <a:lnTo>
                    <a:pt x="257175" y="0"/>
                  </a:lnTo>
                  <a:lnTo>
                    <a:pt x="257175" y="28575"/>
                  </a:lnTo>
                  <a:lnTo>
                    <a:pt x="228600" y="28575"/>
                  </a:lnTo>
                  <a:close/>
                  <a:moveTo>
                    <a:pt x="285750" y="0"/>
                  </a:moveTo>
                  <a:lnTo>
                    <a:pt x="314325" y="0"/>
                  </a:lnTo>
                  <a:lnTo>
                    <a:pt x="314325" y="28575"/>
                  </a:lnTo>
                  <a:lnTo>
                    <a:pt x="285750" y="28575"/>
                  </a:lnTo>
                  <a:close/>
                  <a:moveTo>
                    <a:pt x="342900" y="0"/>
                  </a:moveTo>
                  <a:lnTo>
                    <a:pt x="371475" y="0"/>
                  </a:lnTo>
                  <a:lnTo>
                    <a:pt x="371475" y="28575"/>
                  </a:lnTo>
                  <a:lnTo>
                    <a:pt x="342900" y="28575"/>
                  </a:lnTo>
                  <a:close/>
                  <a:moveTo>
                    <a:pt x="400050" y="0"/>
                  </a:moveTo>
                  <a:lnTo>
                    <a:pt x="428625" y="0"/>
                  </a:lnTo>
                  <a:lnTo>
                    <a:pt x="428625" y="28575"/>
                  </a:lnTo>
                  <a:lnTo>
                    <a:pt x="400050" y="28575"/>
                  </a:lnTo>
                  <a:close/>
                  <a:moveTo>
                    <a:pt x="457200" y="0"/>
                  </a:moveTo>
                  <a:lnTo>
                    <a:pt x="485775" y="0"/>
                  </a:lnTo>
                  <a:lnTo>
                    <a:pt x="485775" y="28575"/>
                  </a:lnTo>
                  <a:lnTo>
                    <a:pt x="457200" y="28575"/>
                  </a:lnTo>
                  <a:close/>
                  <a:moveTo>
                    <a:pt x="514350" y="0"/>
                  </a:moveTo>
                  <a:lnTo>
                    <a:pt x="542925" y="0"/>
                  </a:lnTo>
                  <a:lnTo>
                    <a:pt x="542925" y="28575"/>
                  </a:lnTo>
                  <a:lnTo>
                    <a:pt x="514350" y="28575"/>
                  </a:lnTo>
                  <a:close/>
                  <a:moveTo>
                    <a:pt x="571500" y="0"/>
                  </a:moveTo>
                  <a:lnTo>
                    <a:pt x="600075" y="0"/>
                  </a:lnTo>
                  <a:lnTo>
                    <a:pt x="600075" y="28575"/>
                  </a:lnTo>
                  <a:lnTo>
                    <a:pt x="571500" y="28575"/>
                  </a:lnTo>
                  <a:close/>
                  <a:moveTo>
                    <a:pt x="628650" y="0"/>
                  </a:moveTo>
                  <a:lnTo>
                    <a:pt x="657225" y="0"/>
                  </a:lnTo>
                  <a:lnTo>
                    <a:pt x="657225" y="28575"/>
                  </a:lnTo>
                  <a:lnTo>
                    <a:pt x="628650" y="28575"/>
                  </a:lnTo>
                  <a:close/>
                  <a:moveTo>
                    <a:pt x="685800" y="0"/>
                  </a:moveTo>
                  <a:lnTo>
                    <a:pt x="714375" y="0"/>
                  </a:lnTo>
                  <a:lnTo>
                    <a:pt x="714375" y="28575"/>
                  </a:lnTo>
                  <a:lnTo>
                    <a:pt x="685800" y="28575"/>
                  </a:lnTo>
                  <a:close/>
                  <a:moveTo>
                    <a:pt x="742950" y="0"/>
                  </a:moveTo>
                  <a:lnTo>
                    <a:pt x="771525" y="0"/>
                  </a:lnTo>
                  <a:lnTo>
                    <a:pt x="771525" y="28575"/>
                  </a:lnTo>
                  <a:lnTo>
                    <a:pt x="742950" y="28575"/>
                  </a:lnTo>
                  <a:close/>
                  <a:moveTo>
                    <a:pt x="800100" y="0"/>
                  </a:moveTo>
                  <a:lnTo>
                    <a:pt x="828675" y="0"/>
                  </a:lnTo>
                  <a:lnTo>
                    <a:pt x="828675" y="28575"/>
                  </a:lnTo>
                  <a:lnTo>
                    <a:pt x="800100" y="28575"/>
                  </a:lnTo>
                  <a:close/>
                  <a:moveTo>
                    <a:pt x="857250" y="0"/>
                  </a:moveTo>
                  <a:lnTo>
                    <a:pt x="885825" y="0"/>
                  </a:lnTo>
                  <a:lnTo>
                    <a:pt x="885825" y="28575"/>
                  </a:lnTo>
                  <a:lnTo>
                    <a:pt x="857250" y="28575"/>
                  </a:lnTo>
                  <a:close/>
                  <a:moveTo>
                    <a:pt x="914400" y="0"/>
                  </a:moveTo>
                  <a:lnTo>
                    <a:pt x="942975" y="0"/>
                  </a:lnTo>
                  <a:lnTo>
                    <a:pt x="942975" y="28575"/>
                  </a:lnTo>
                  <a:lnTo>
                    <a:pt x="914400" y="28575"/>
                  </a:lnTo>
                  <a:close/>
                  <a:moveTo>
                    <a:pt x="971550" y="0"/>
                  </a:moveTo>
                  <a:lnTo>
                    <a:pt x="1000125" y="0"/>
                  </a:lnTo>
                  <a:lnTo>
                    <a:pt x="1000125" y="28575"/>
                  </a:lnTo>
                  <a:lnTo>
                    <a:pt x="971550" y="28575"/>
                  </a:lnTo>
                  <a:close/>
                  <a:moveTo>
                    <a:pt x="1028700" y="0"/>
                  </a:moveTo>
                  <a:lnTo>
                    <a:pt x="1057275" y="0"/>
                  </a:lnTo>
                  <a:lnTo>
                    <a:pt x="1057275" y="28575"/>
                  </a:lnTo>
                  <a:lnTo>
                    <a:pt x="1028700" y="28575"/>
                  </a:lnTo>
                  <a:close/>
                  <a:moveTo>
                    <a:pt x="1085850" y="0"/>
                  </a:moveTo>
                  <a:lnTo>
                    <a:pt x="1114425" y="0"/>
                  </a:lnTo>
                  <a:lnTo>
                    <a:pt x="1114425" y="28575"/>
                  </a:lnTo>
                  <a:lnTo>
                    <a:pt x="1085850" y="28575"/>
                  </a:lnTo>
                  <a:close/>
                  <a:moveTo>
                    <a:pt x="1143000" y="0"/>
                  </a:moveTo>
                  <a:lnTo>
                    <a:pt x="1171575" y="0"/>
                  </a:lnTo>
                  <a:lnTo>
                    <a:pt x="1171575" y="28575"/>
                  </a:lnTo>
                  <a:lnTo>
                    <a:pt x="1143000" y="28575"/>
                  </a:lnTo>
                  <a:close/>
                  <a:moveTo>
                    <a:pt x="1200150" y="0"/>
                  </a:moveTo>
                  <a:lnTo>
                    <a:pt x="1228725" y="0"/>
                  </a:lnTo>
                  <a:lnTo>
                    <a:pt x="1228725" y="28575"/>
                  </a:lnTo>
                  <a:lnTo>
                    <a:pt x="1200150" y="28575"/>
                  </a:lnTo>
                  <a:close/>
                  <a:moveTo>
                    <a:pt x="1257300" y="0"/>
                  </a:moveTo>
                  <a:lnTo>
                    <a:pt x="1285875" y="0"/>
                  </a:lnTo>
                  <a:lnTo>
                    <a:pt x="1285875" y="28575"/>
                  </a:lnTo>
                  <a:lnTo>
                    <a:pt x="1257300" y="28575"/>
                  </a:lnTo>
                  <a:close/>
                  <a:moveTo>
                    <a:pt x="1314450" y="0"/>
                  </a:moveTo>
                  <a:lnTo>
                    <a:pt x="1343025" y="0"/>
                  </a:lnTo>
                  <a:lnTo>
                    <a:pt x="1343025" y="28575"/>
                  </a:lnTo>
                  <a:lnTo>
                    <a:pt x="1314450" y="28575"/>
                  </a:lnTo>
                  <a:close/>
                  <a:moveTo>
                    <a:pt x="1371600" y="0"/>
                  </a:moveTo>
                  <a:lnTo>
                    <a:pt x="1400175" y="0"/>
                  </a:lnTo>
                  <a:lnTo>
                    <a:pt x="1400175" y="28575"/>
                  </a:lnTo>
                  <a:lnTo>
                    <a:pt x="1371600" y="28575"/>
                  </a:lnTo>
                  <a:close/>
                  <a:moveTo>
                    <a:pt x="1428750" y="0"/>
                  </a:moveTo>
                  <a:lnTo>
                    <a:pt x="1457325" y="0"/>
                  </a:lnTo>
                  <a:lnTo>
                    <a:pt x="1457325" y="28575"/>
                  </a:lnTo>
                  <a:lnTo>
                    <a:pt x="1428750" y="28575"/>
                  </a:lnTo>
                  <a:close/>
                  <a:moveTo>
                    <a:pt x="1485900" y="0"/>
                  </a:moveTo>
                  <a:lnTo>
                    <a:pt x="1514475" y="0"/>
                  </a:lnTo>
                  <a:lnTo>
                    <a:pt x="1514475" y="28575"/>
                  </a:lnTo>
                  <a:lnTo>
                    <a:pt x="1485900" y="28575"/>
                  </a:lnTo>
                  <a:close/>
                  <a:moveTo>
                    <a:pt x="1543050" y="0"/>
                  </a:moveTo>
                  <a:lnTo>
                    <a:pt x="1571625" y="0"/>
                  </a:lnTo>
                  <a:lnTo>
                    <a:pt x="1571625" y="28575"/>
                  </a:lnTo>
                  <a:lnTo>
                    <a:pt x="1543050" y="28575"/>
                  </a:lnTo>
                  <a:close/>
                  <a:moveTo>
                    <a:pt x="1600200" y="0"/>
                  </a:moveTo>
                  <a:lnTo>
                    <a:pt x="1628775" y="0"/>
                  </a:lnTo>
                  <a:lnTo>
                    <a:pt x="1628775" y="28575"/>
                  </a:lnTo>
                  <a:lnTo>
                    <a:pt x="1600200" y="28575"/>
                  </a:lnTo>
                  <a:close/>
                  <a:moveTo>
                    <a:pt x="1657350" y="0"/>
                  </a:moveTo>
                  <a:lnTo>
                    <a:pt x="1685925" y="0"/>
                  </a:lnTo>
                  <a:lnTo>
                    <a:pt x="1685925" y="28575"/>
                  </a:lnTo>
                  <a:lnTo>
                    <a:pt x="1657350" y="28575"/>
                  </a:lnTo>
                  <a:close/>
                  <a:moveTo>
                    <a:pt x="1714500" y="0"/>
                  </a:moveTo>
                  <a:lnTo>
                    <a:pt x="1743075" y="0"/>
                  </a:lnTo>
                  <a:lnTo>
                    <a:pt x="1743075" y="28575"/>
                  </a:lnTo>
                  <a:lnTo>
                    <a:pt x="1714500" y="28575"/>
                  </a:lnTo>
                  <a:close/>
                  <a:moveTo>
                    <a:pt x="1771650" y="0"/>
                  </a:moveTo>
                  <a:lnTo>
                    <a:pt x="1800225" y="0"/>
                  </a:lnTo>
                  <a:lnTo>
                    <a:pt x="1800225" y="28575"/>
                  </a:lnTo>
                  <a:lnTo>
                    <a:pt x="1771650" y="28575"/>
                  </a:lnTo>
                  <a:close/>
                  <a:moveTo>
                    <a:pt x="1828800" y="0"/>
                  </a:moveTo>
                  <a:lnTo>
                    <a:pt x="1857375" y="0"/>
                  </a:lnTo>
                  <a:lnTo>
                    <a:pt x="1857375" y="28575"/>
                  </a:lnTo>
                  <a:lnTo>
                    <a:pt x="1828800" y="28575"/>
                  </a:lnTo>
                  <a:close/>
                  <a:moveTo>
                    <a:pt x="1885950" y="0"/>
                  </a:moveTo>
                  <a:lnTo>
                    <a:pt x="1914525" y="0"/>
                  </a:lnTo>
                  <a:lnTo>
                    <a:pt x="1914525" y="28575"/>
                  </a:lnTo>
                  <a:lnTo>
                    <a:pt x="1885950" y="28575"/>
                  </a:lnTo>
                  <a:close/>
                  <a:moveTo>
                    <a:pt x="1943100" y="0"/>
                  </a:moveTo>
                  <a:lnTo>
                    <a:pt x="1971675" y="0"/>
                  </a:lnTo>
                  <a:lnTo>
                    <a:pt x="1971675" y="28575"/>
                  </a:lnTo>
                  <a:lnTo>
                    <a:pt x="1943100" y="28575"/>
                  </a:lnTo>
                  <a:close/>
                  <a:moveTo>
                    <a:pt x="2000250" y="0"/>
                  </a:moveTo>
                  <a:lnTo>
                    <a:pt x="2028825" y="0"/>
                  </a:lnTo>
                  <a:lnTo>
                    <a:pt x="2028825" y="28575"/>
                  </a:lnTo>
                  <a:lnTo>
                    <a:pt x="2000250" y="28575"/>
                  </a:lnTo>
                  <a:close/>
                  <a:moveTo>
                    <a:pt x="2057400" y="0"/>
                  </a:moveTo>
                  <a:lnTo>
                    <a:pt x="2085975" y="0"/>
                  </a:lnTo>
                  <a:lnTo>
                    <a:pt x="2085975" y="28575"/>
                  </a:lnTo>
                  <a:lnTo>
                    <a:pt x="2057400" y="28575"/>
                  </a:lnTo>
                  <a:close/>
                  <a:moveTo>
                    <a:pt x="2114550" y="0"/>
                  </a:moveTo>
                  <a:lnTo>
                    <a:pt x="2143125" y="0"/>
                  </a:lnTo>
                  <a:lnTo>
                    <a:pt x="2143125" y="28575"/>
                  </a:lnTo>
                  <a:lnTo>
                    <a:pt x="2114550" y="28575"/>
                  </a:lnTo>
                  <a:close/>
                  <a:moveTo>
                    <a:pt x="2171700" y="0"/>
                  </a:moveTo>
                  <a:lnTo>
                    <a:pt x="2200275" y="0"/>
                  </a:lnTo>
                  <a:lnTo>
                    <a:pt x="2200275" y="28575"/>
                  </a:lnTo>
                  <a:lnTo>
                    <a:pt x="2171700" y="28575"/>
                  </a:lnTo>
                  <a:close/>
                  <a:moveTo>
                    <a:pt x="2228850" y="0"/>
                  </a:moveTo>
                  <a:lnTo>
                    <a:pt x="2257425" y="0"/>
                  </a:lnTo>
                  <a:lnTo>
                    <a:pt x="2257425" y="28575"/>
                  </a:lnTo>
                  <a:lnTo>
                    <a:pt x="2228850" y="28575"/>
                  </a:lnTo>
                  <a:close/>
                  <a:moveTo>
                    <a:pt x="2286000" y="0"/>
                  </a:moveTo>
                  <a:lnTo>
                    <a:pt x="2314575" y="0"/>
                  </a:lnTo>
                  <a:lnTo>
                    <a:pt x="2314575" y="28575"/>
                  </a:lnTo>
                  <a:lnTo>
                    <a:pt x="2286000" y="28575"/>
                  </a:lnTo>
                  <a:close/>
                  <a:moveTo>
                    <a:pt x="2343150" y="0"/>
                  </a:moveTo>
                  <a:lnTo>
                    <a:pt x="2371725" y="0"/>
                  </a:lnTo>
                  <a:lnTo>
                    <a:pt x="2371725" y="28575"/>
                  </a:lnTo>
                  <a:lnTo>
                    <a:pt x="2343150" y="28575"/>
                  </a:lnTo>
                  <a:close/>
                  <a:moveTo>
                    <a:pt x="2400300" y="0"/>
                  </a:moveTo>
                  <a:lnTo>
                    <a:pt x="2428875" y="0"/>
                  </a:lnTo>
                  <a:lnTo>
                    <a:pt x="2428875" y="28575"/>
                  </a:lnTo>
                  <a:lnTo>
                    <a:pt x="2400300" y="28575"/>
                  </a:lnTo>
                  <a:close/>
                  <a:moveTo>
                    <a:pt x="2457450" y="0"/>
                  </a:moveTo>
                  <a:lnTo>
                    <a:pt x="2486025" y="0"/>
                  </a:lnTo>
                  <a:lnTo>
                    <a:pt x="2486025" y="28575"/>
                  </a:lnTo>
                  <a:lnTo>
                    <a:pt x="2457450" y="28575"/>
                  </a:lnTo>
                  <a:close/>
                  <a:moveTo>
                    <a:pt x="2514600" y="0"/>
                  </a:moveTo>
                  <a:lnTo>
                    <a:pt x="2543175" y="0"/>
                  </a:lnTo>
                  <a:lnTo>
                    <a:pt x="2543175" y="28575"/>
                  </a:lnTo>
                  <a:lnTo>
                    <a:pt x="2514600" y="28575"/>
                  </a:lnTo>
                  <a:close/>
                  <a:moveTo>
                    <a:pt x="2571750" y="0"/>
                  </a:moveTo>
                  <a:lnTo>
                    <a:pt x="2600325" y="0"/>
                  </a:lnTo>
                  <a:lnTo>
                    <a:pt x="2600325" y="28575"/>
                  </a:lnTo>
                  <a:lnTo>
                    <a:pt x="2571750" y="28575"/>
                  </a:lnTo>
                  <a:close/>
                  <a:moveTo>
                    <a:pt x="2628900" y="0"/>
                  </a:moveTo>
                  <a:lnTo>
                    <a:pt x="2657475" y="0"/>
                  </a:lnTo>
                  <a:lnTo>
                    <a:pt x="2657475" y="28575"/>
                  </a:lnTo>
                  <a:lnTo>
                    <a:pt x="2628900" y="28575"/>
                  </a:lnTo>
                  <a:close/>
                  <a:moveTo>
                    <a:pt x="2686050" y="0"/>
                  </a:moveTo>
                  <a:lnTo>
                    <a:pt x="2714625" y="0"/>
                  </a:lnTo>
                  <a:lnTo>
                    <a:pt x="2714625" y="28575"/>
                  </a:lnTo>
                  <a:lnTo>
                    <a:pt x="2686050" y="28575"/>
                  </a:lnTo>
                  <a:close/>
                  <a:moveTo>
                    <a:pt x="2743200" y="0"/>
                  </a:moveTo>
                  <a:lnTo>
                    <a:pt x="2771775" y="0"/>
                  </a:lnTo>
                  <a:lnTo>
                    <a:pt x="2771775" y="28575"/>
                  </a:lnTo>
                  <a:lnTo>
                    <a:pt x="2743200" y="28575"/>
                  </a:lnTo>
                  <a:close/>
                  <a:moveTo>
                    <a:pt x="2800350" y="0"/>
                  </a:moveTo>
                  <a:lnTo>
                    <a:pt x="2828925" y="0"/>
                  </a:lnTo>
                  <a:lnTo>
                    <a:pt x="2828925" y="28575"/>
                  </a:lnTo>
                  <a:lnTo>
                    <a:pt x="2800350" y="28575"/>
                  </a:lnTo>
                  <a:close/>
                  <a:moveTo>
                    <a:pt x="2857500" y="0"/>
                  </a:moveTo>
                  <a:lnTo>
                    <a:pt x="2886075" y="0"/>
                  </a:lnTo>
                  <a:lnTo>
                    <a:pt x="2886075" y="28575"/>
                  </a:lnTo>
                  <a:lnTo>
                    <a:pt x="2857500" y="28575"/>
                  </a:lnTo>
                  <a:close/>
                  <a:moveTo>
                    <a:pt x="2914650" y="0"/>
                  </a:moveTo>
                  <a:lnTo>
                    <a:pt x="2943225" y="0"/>
                  </a:lnTo>
                  <a:lnTo>
                    <a:pt x="2943225" y="28575"/>
                  </a:lnTo>
                  <a:lnTo>
                    <a:pt x="2914650" y="28575"/>
                  </a:lnTo>
                  <a:close/>
                  <a:moveTo>
                    <a:pt x="2971800" y="0"/>
                  </a:moveTo>
                  <a:lnTo>
                    <a:pt x="3000375" y="0"/>
                  </a:lnTo>
                  <a:lnTo>
                    <a:pt x="3000375" y="28575"/>
                  </a:lnTo>
                  <a:lnTo>
                    <a:pt x="2971800" y="28575"/>
                  </a:lnTo>
                  <a:close/>
                  <a:moveTo>
                    <a:pt x="3028950" y="0"/>
                  </a:moveTo>
                  <a:lnTo>
                    <a:pt x="3057525" y="0"/>
                  </a:lnTo>
                  <a:lnTo>
                    <a:pt x="3057525" y="28575"/>
                  </a:lnTo>
                  <a:lnTo>
                    <a:pt x="3028950" y="28575"/>
                  </a:lnTo>
                  <a:close/>
                  <a:moveTo>
                    <a:pt x="3086100" y="0"/>
                  </a:moveTo>
                  <a:lnTo>
                    <a:pt x="3114675" y="0"/>
                  </a:lnTo>
                  <a:lnTo>
                    <a:pt x="3114675" y="28575"/>
                  </a:lnTo>
                  <a:lnTo>
                    <a:pt x="3086100" y="28575"/>
                  </a:lnTo>
                  <a:close/>
                  <a:moveTo>
                    <a:pt x="3143250" y="0"/>
                  </a:moveTo>
                  <a:lnTo>
                    <a:pt x="3171825" y="0"/>
                  </a:lnTo>
                  <a:lnTo>
                    <a:pt x="3171825" y="28575"/>
                  </a:lnTo>
                  <a:lnTo>
                    <a:pt x="3143250" y="28575"/>
                  </a:lnTo>
                  <a:close/>
                  <a:moveTo>
                    <a:pt x="3200400" y="0"/>
                  </a:moveTo>
                  <a:lnTo>
                    <a:pt x="3228975" y="0"/>
                  </a:lnTo>
                  <a:lnTo>
                    <a:pt x="3228975" y="28575"/>
                  </a:lnTo>
                  <a:lnTo>
                    <a:pt x="3200400" y="28575"/>
                  </a:lnTo>
                  <a:close/>
                  <a:moveTo>
                    <a:pt x="3257550" y="0"/>
                  </a:moveTo>
                  <a:lnTo>
                    <a:pt x="3286125" y="0"/>
                  </a:lnTo>
                  <a:lnTo>
                    <a:pt x="3286125" y="28575"/>
                  </a:lnTo>
                  <a:lnTo>
                    <a:pt x="3257550" y="28575"/>
                  </a:lnTo>
                  <a:close/>
                  <a:moveTo>
                    <a:pt x="3314700" y="0"/>
                  </a:moveTo>
                  <a:lnTo>
                    <a:pt x="3343275" y="0"/>
                  </a:lnTo>
                  <a:lnTo>
                    <a:pt x="3343275" y="28575"/>
                  </a:lnTo>
                  <a:lnTo>
                    <a:pt x="3314700" y="28575"/>
                  </a:lnTo>
                  <a:close/>
                  <a:moveTo>
                    <a:pt x="3371850" y="0"/>
                  </a:moveTo>
                  <a:lnTo>
                    <a:pt x="3400425" y="0"/>
                  </a:lnTo>
                  <a:lnTo>
                    <a:pt x="3400425" y="28575"/>
                  </a:lnTo>
                  <a:lnTo>
                    <a:pt x="3371850" y="28575"/>
                  </a:lnTo>
                  <a:close/>
                  <a:moveTo>
                    <a:pt x="3429000" y="0"/>
                  </a:moveTo>
                  <a:lnTo>
                    <a:pt x="3456051" y="0"/>
                  </a:lnTo>
                  <a:lnTo>
                    <a:pt x="3456051" y="28575"/>
                  </a:lnTo>
                  <a:lnTo>
                    <a:pt x="3429000" y="28575"/>
                  </a:lnTo>
                  <a:close/>
                  <a:moveTo>
                    <a:pt x="0" y="0"/>
                  </a:moveTo>
                  <a:lnTo>
                    <a:pt x="28575" y="0"/>
                  </a:lnTo>
                  <a:lnTo>
                    <a:pt x="28575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332956" y="6538646"/>
            <a:ext cx="3163824" cy="10668"/>
            <a:chOff x="0" y="0"/>
            <a:chExt cx="3163824" cy="106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63824" cy="10668"/>
            </a:xfrm>
            <a:custGeom>
              <a:avLst/>
              <a:gdLst/>
              <a:ahLst/>
              <a:cxnLst/>
              <a:rect r="r" b="b" t="t" l="l"/>
              <a:pathLst>
                <a:path h="10668" w="3163824">
                  <a:moveTo>
                    <a:pt x="2372868" y="0"/>
                  </a:moveTo>
                  <a:lnTo>
                    <a:pt x="1581912" y="0"/>
                  </a:lnTo>
                  <a:lnTo>
                    <a:pt x="790956" y="0"/>
                  </a:lnTo>
                  <a:lnTo>
                    <a:pt x="0" y="0"/>
                  </a:lnTo>
                  <a:lnTo>
                    <a:pt x="0" y="10668"/>
                  </a:lnTo>
                  <a:lnTo>
                    <a:pt x="790956" y="10668"/>
                  </a:lnTo>
                  <a:lnTo>
                    <a:pt x="1581912" y="10668"/>
                  </a:lnTo>
                  <a:lnTo>
                    <a:pt x="2372868" y="10668"/>
                  </a:lnTo>
                  <a:lnTo>
                    <a:pt x="3163824" y="10668"/>
                  </a:lnTo>
                  <a:lnTo>
                    <a:pt x="3163824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32956" y="6298340"/>
            <a:ext cx="3226889" cy="272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b="true" sz="1596" spc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  <a:hlinkClick r:id="rId9" tooltip="https://www.expoasa.com.br/ideasun"/>
              </a:rPr>
              <a:t>www.expoasa.com.br/ideasun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48728" y="580034"/>
            <a:ext cx="735747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spc="1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PÚBLICO-ALVO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02460" y="1046759"/>
            <a:ext cx="7303740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Descrever os público-alvo.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75594" y="1440498"/>
            <a:ext cx="7303740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A EQUIPE DEVERÁ APRESENTAR QUEM É O PÚBLICO-ALVO, OU SEJA, QUEM IRÁ UTILIZAR OU SE BENEFICIAR COM A SOLUÇÃO PROPOSTA.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 (EXCLUIR ESTE TEXTO)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65108" y="5963412"/>
            <a:ext cx="3127248" cy="765048"/>
          </a:xfrm>
          <a:custGeom>
            <a:avLst/>
            <a:gdLst/>
            <a:ahLst/>
            <a:cxnLst/>
            <a:rect r="r" b="b" t="t" l="l"/>
            <a:pathLst>
              <a:path h="765048" w="3127248">
                <a:moveTo>
                  <a:pt x="0" y="0"/>
                </a:moveTo>
                <a:lnTo>
                  <a:pt x="3127248" y="0"/>
                </a:lnTo>
                <a:lnTo>
                  <a:pt x="3127248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 descr="Uma imagem contendo Interface gráfica do usuário  Descrição gerada automaticamente"/>
          <p:cNvSpPr/>
          <p:nvPr/>
        </p:nvSpPr>
        <p:spPr>
          <a:xfrm flipH="false" flipV="false" rot="0">
            <a:off x="9913344" y="6131138"/>
            <a:ext cx="1949806" cy="469230"/>
          </a:xfrm>
          <a:custGeom>
            <a:avLst/>
            <a:gdLst/>
            <a:ahLst/>
            <a:cxnLst/>
            <a:rect r="r" b="b" t="t" l="l"/>
            <a:pathLst>
              <a:path h="469230" w="1949806">
                <a:moveTo>
                  <a:pt x="0" y="0"/>
                </a:moveTo>
                <a:lnTo>
                  <a:pt x="1949805" y="0"/>
                </a:lnTo>
                <a:lnTo>
                  <a:pt x="1949805" y="469230"/>
                </a:lnTo>
                <a:lnTo>
                  <a:pt x="0" y="469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 descr="Logotipo  Descrição gerada automaticamente"/>
          <p:cNvSpPr/>
          <p:nvPr/>
        </p:nvSpPr>
        <p:spPr>
          <a:xfrm flipH="false" flipV="false" rot="0">
            <a:off x="8966416" y="6091666"/>
            <a:ext cx="893674" cy="583282"/>
          </a:xfrm>
          <a:custGeom>
            <a:avLst/>
            <a:gdLst/>
            <a:ahLst/>
            <a:cxnLst/>
            <a:rect r="r" b="b" t="t" l="l"/>
            <a:pathLst>
              <a:path h="583282" w="893674">
                <a:moveTo>
                  <a:pt x="0" y="0"/>
                </a:moveTo>
                <a:lnTo>
                  <a:pt x="893674" y="0"/>
                </a:lnTo>
                <a:lnTo>
                  <a:pt x="893674" y="583283"/>
                </a:lnTo>
                <a:lnTo>
                  <a:pt x="0" y="583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6116" y="5963412"/>
            <a:ext cx="1944624" cy="765048"/>
          </a:xfrm>
          <a:custGeom>
            <a:avLst/>
            <a:gdLst/>
            <a:ahLst/>
            <a:cxnLst/>
            <a:rect r="r" b="b" t="t" l="l"/>
            <a:pathLst>
              <a:path h="765048" w="1944624">
                <a:moveTo>
                  <a:pt x="0" y="0"/>
                </a:moveTo>
                <a:lnTo>
                  <a:pt x="1944624" y="0"/>
                </a:lnTo>
                <a:lnTo>
                  <a:pt x="1944624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 descr="Forma  Descrição gerada automaticamente com confiança média"/>
          <p:cNvSpPr/>
          <p:nvPr/>
        </p:nvSpPr>
        <p:spPr>
          <a:xfrm flipH="false" flipV="false" rot="0">
            <a:off x="4148728" y="6075950"/>
            <a:ext cx="583501" cy="526447"/>
          </a:xfrm>
          <a:custGeom>
            <a:avLst/>
            <a:gdLst/>
            <a:ahLst/>
            <a:cxnLst/>
            <a:rect r="r" b="b" t="t" l="l"/>
            <a:pathLst>
              <a:path h="526447" w="583501">
                <a:moveTo>
                  <a:pt x="0" y="0"/>
                </a:moveTo>
                <a:lnTo>
                  <a:pt x="583502" y="0"/>
                </a:lnTo>
                <a:lnTo>
                  <a:pt x="583502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"/>
            </a:stretch>
          </a:blipFill>
        </p:spPr>
      </p:sp>
      <p:sp>
        <p:nvSpPr>
          <p:cNvPr name="Freeform 7" id="7" descr="Forma, Logotipo  O conteúdo gerado por IA pode estar incorreto."/>
          <p:cNvSpPr/>
          <p:nvPr/>
        </p:nvSpPr>
        <p:spPr>
          <a:xfrm flipH="false" flipV="false" rot="0">
            <a:off x="5029505" y="6091666"/>
            <a:ext cx="766924" cy="526447"/>
          </a:xfrm>
          <a:custGeom>
            <a:avLst/>
            <a:gdLst/>
            <a:ahLst/>
            <a:cxnLst/>
            <a:rect r="r" b="b" t="t" l="l"/>
            <a:pathLst>
              <a:path h="526447" w="766924">
                <a:moveTo>
                  <a:pt x="0" y="0"/>
                </a:moveTo>
                <a:lnTo>
                  <a:pt x="766924" y="0"/>
                </a:lnTo>
                <a:lnTo>
                  <a:pt x="766924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"/>
            </a:stretch>
          </a:blipFill>
        </p:spPr>
      </p:sp>
      <p:sp>
        <p:nvSpPr>
          <p:cNvPr name="Freeform 8" id="8" descr="Logotipo  O conteúdo gerado por IA pode estar incorreto."/>
          <p:cNvSpPr/>
          <p:nvPr/>
        </p:nvSpPr>
        <p:spPr>
          <a:xfrm flipH="false" flipV="false" rot="0">
            <a:off x="0" y="0"/>
            <a:ext cx="3810000" cy="6858000"/>
          </a:xfrm>
          <a:custGeom>
            <a:avLst/>
            <a:gdLst/>
            <a:ahLst/>
            <a:cxnLst/>
            <a:rect r="r" b="b" t="t" l="l"/>
            <a:pathLst>
              <a:path h="6858000" w="3810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8840" y="6109316"/>
            <a:ext cx="3456003" cy="29299"/>
            <a:chOff x="0" y="0"/>
            <a:chExt cx="3456000" cy="292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56051" cy="28575"/>
            </a:xfrm>
            <a:custGeom>
              <a:avLst/>
              <a:gdLst/>
              <a:ahLst/>
              <a:cxnLst/>
              <a:rect r="r" b="b" t="t" l="l"/>
              <a:pathLst>
                <a:path h="28575" w="3456051">
                  <a:moveTo>
                    <a:pt x="57150" y="0"/>
                  </a:moveTo>
                  <a:lnTo>
                    <a:pt x="85725" y="0"/>
                  </a:lnTo>
                  <a:lnTo>
                    <a:pt x="85725" y="28575"/>
                  </a:lnTo>
                  <a:lnTo>
                    <a:pt x="57150" y="28575"/>
                  </a:lnTo>
                  <a:close/>
                  <a:moveTo>
                    <a:pt x="114300" y="0"/>
                  </a:moveTo>
                  <a:lnTo>
                    <a:pt x="142875" y="0"/>
                  </a:lnTo>
                  <a:lnTo>
                    <a:pt x="142875" y="28575"/>
                  </a:lnTo>
                  <a:lnTo>
                    <a:pt x="114300" y="28575"/>
                  </a:lnTo>
                  <a:close/>
                  <a:moveTo>
                    <a:pt x="171450" y="0"/>
                  </a:moveTo>
                  <a:lnTo>
                    <a:pt x="200025" y="0"/>
                  </a:lnTo>
                  <a:lnTo>
                    <a:pt x="200025" y="28575"/>
                  </a:lnTo>
                  <a:lnTo>
                    <a:pt x="171450" y="28575"/>
                  </a:lnTo>
                  <a:close/>
                  <a:moveTo>
                    <a:pt x="228600" y="0"/>
                  </a:moveTo>
                  <a:lnTo>
                    <a:pt x="257175" y="0"/>
                  </a:lnTo>
                  <a:lnTo>
                    <a:pt x="257175" y="28575"/>
                  </a:lnTo>
                  <a:lnTo>
                    <a:pt x="228600" y="28575"/>
                  </a:lnTo>
                  <a:close/>
                  <a:moveTo>
                    <a:pt x="285750" y="0"/>
                  </a:moveTo>
                  <a:lnTo>
                    <a:pt x="314325" y="0"/>
                  </a:lnTo>
                  <a:lnTo>
                    <a:pt x="314325" y="28575"/>
                  </a:lnTo>
                  <a:lnTo>
                    <a:pt x="285750" y="28575"/>
                  </a:lnTo>
                  <a:close/>
                  <a:moveTo>
                    <a:pt x="342900" y="0"/>
                  </a:moveTo>
                  <a:lnTo>
                    <a:pt x="371475" y="0"/>
                  </a:lnTo>
                  <a:lnTo>
                    <a:pt x="371475" y="28575"/>
                  </a:lnTo>
                  <a:lnTo>
                    <a:pt x="342900" y="28575"/>
                  </a:lnTo>
                  <a:close/>
                  <a:moveTo>
                    <a:pt x="400050" y="0"/>
                  </a:moveTo>
                  <a:lnTo>
                    <a:pt x="428625" y="0"/>
                  </a:lnTo>
                  <a:lnTo>
                    <a:pt x="428625" y="28575"/>
                  </a:lnTo>
                  <a:lnTo>
                    <a:pt x="400050" y="28575"/>
                  </a:lnTo>
                  <a:close/>
                  <a:moveTo>
                    <a:pt x="457200" y="0"/>
                  </a:moveTo>
                  <a:lnTo>
                    <a:pt x="485775" y="0"/>
                  </a:lnTo>
                  <a:lnTo>
                    <a:pt x="485775" y="28575"/>
                  </a:lnTo>
                  <a:lnTo>
                    <a:pt x="457200" y="28575"/>
                  </a:lnTo>
                  <a:close/>
                  <a:moveTo>
                    <a:pt x="514350" y="0"/>
                  </a:moveTo>
                  <a:lnTo>
                    <a:pt x="542925" y="0"/>
                  </a:lnTo>
                  <a:lnTo>
                    <a:pt x="542925" y="28575"/>
                  </a:lnTo>
                  <a:lnTo>
                    <a:pt x="514350" y="28575"/>
                  </a:lnTo>
                  <a:close/>
                  <a:moveTo>
                    <a:pt x="571500" y="0"/>
                  </a:moveTo>
                  <a:lnTo>
                    <a:pt x="600075" y="0"/>
                  </a:lnTo>
                  <a:lnTo>
                    <a:pt x="600075" y="28575"/>
                  </a:lnTo>
                  <a:lnTo>
                    <a:pt x="571500" y="28575"/>
                  </a:lnTo>
                  <a:close/>
                  <a:moveTo>
                    <a:pt x="628650" y="0"/>
                  </a:moveTo>
                  <a:lnTo>
                    <a:pt x="657225" y="0"/>
                  </a:lnTo>
                  <a:lnTo>
                    <a:pt x="657225" y="28575"/>
                  </a:lnTo>
                  <a:lnTo>
                    <a:pt x="628650" y="28575"/>
                  </a:lnTo>
                  <a:close/>
                  <a:moveTo>
                    <a:pt x="685800" y="0"/>
                  </a:moveTo>
                  <a:lnTo>
                    <a:pt x="714375" y="0"/>
                  </a:lnTo>
                  <a:lnTo>
                    <a:pt x="714375" y="28575"/>
                  </a:lnTo>
                  <a:lnTo>
                    <a:pt x="685800" y="28575"/>
                  </a:lnTo>
                  <a:close/>
                  <a:moveTo>
                    <a:pt x="742950" y="0"/>
                  </a:moveTo>
                  <a:lnTo>
                    <a:pt x="771525" y="0"/>
                  </a:lnTo>
                  <a:lnTo>
                    <a:pt x="771525" y="28575"/>
                  </a:lnTo>
                  <a:lnTo>
                    <a:pt x="742950" y="28575"/>
                  </a:lnTo>
                  <a:close/>
                  <a:moveTo>
                    <a:pt x="800100" y="0"/>
                  </a:moveTo>
                  <a:lnTo>
                    <a:pt x="828675" y="0"/>
                  </a:lnTo>
                  <a:lnTo>
                    <a:pt x="828675" y="28575"/>
                  </a:lnTo>
                  <a:lnTo>
                    <a:pt x="800100" y="28575"/>
                  </a:lnTo>
                  <a:close/>
                  <a:moveTo>
                    <a:pt x="857250" y="0"/>
                  </a:moveTo>
                  <a:lnTo>
                    <a:pt x="885825" y="0"/>
                  </a:lnTo>
                  <a:lnTo>
                    <a:pt x="885825" y="28575"/>
                  </a:lnTo>
                  <a:lnTo>
                    <a:pt x="857250" y="28575"/>
                  </a:lnTo>
                  <a:close/>
                  <a:moveTo>
                    <a:pt x="914400" y="0"/>
                  </a:moveTo>
                  <a:lnTo>
                    <a:pt x="942975" y="0"/>
                  </a:lnTo>
                  <a:lnTo>
                    <a:pt x="942975" y="28575"/>
                  </a:lnTo>
                  <a:lnTo>
                    <a:pt x="914400" y="28575"/>
                  </a:lnTo>
                  <a:close/>
                  <a:moveTo>
                    <a:pt x="971550" y="0"/>
                  </a:moveTo>
                  <a:lnTo>
                    <a:pt x="1000125" y="0"/>
                  </a:lnTo>
                  <a:lnTo>
                    <a:pt x="1000125" y="28575"/>
                  </a:lnTo>
                  <a:lnTo>
                    <a:pt x="971550" y="28575"/>
                  </a:lnTo>
                  <a:close/>
                  <a:moveTo>
                    <a:pt x="1028700" y="0"/>
                  </a:moveTo>
                  <a:lnTo>
                    <a:pt x="1057275" y="0"/>
                  </a:lnTo>
                  <a:lnTo>
                    <a:pt x="1057275" y="28575"/>
                  </a:lnTo>
                  <a:lnTo>
                    <a:pt x="1028700" y="28575"/>
                  </a:lnTo>
                  <a:close/>
                  <a:moveTo>
                    <a:pt x="1085850" y="0"/>
                  </a:moveTo>
                  <a:lnTo>
                    <a:pt x="1114425" y="0"/>
                  </a:lnTo>
                  <a:lnTo>
                    <a:pt x="1114425" y="28575"/>
                  </a:lnTo>
                  <a:lnTo>
                    <a:pt x="1085850" y="28575"/>
                  </a:lnTo>
                  <a:close/>
                  <a:moveTo>
                    <a:pt x="1143000" y="0"/>
                  </a:moveTo>
                  <a:lnTo>
                    <a:pt x="1171575" y="0"/>
                  </a:lnTo>
                  <a:lnTo>
                    <a:pt x="1171575" y="28575"/>
                  </a:lnTo>
                  <a:lnTo>
                    <a:pt x="1143000" y="28575"/>
                  </a:lnTo>
                  <a:close/>
                  <a:moveTo>
                    <a:pt x="1200150" y="0"/>
                  </a:moveTo>
                  <a:lnTo>
                    <a:pt x="1228725" y="0"/>
                  </a:lnTo>
                  <a:lnTo>
                    <a:pt x="1228725" y="28575"/>
                  </a:lnTo>
                  <a:lnTo>
                    <a:pt x="1200150" y="28575"/>
                  </a:lnTo>
                  <a:close/>
                  <a:moveTo>
                    <a:pt x="1257300" y="0"/>
                  </a:moveTo>
                  <a:lnTo>
                    <a:pt x="1285875" y="0"/>
                  </a:lnTo>
                  <a:lnTo>
                    <a:pt x="1285875" y="28575"/>
                  </a:lnTo>
                  <a:lnTo>
                    <a:pt x="1257300" y="28575"/>
                  </a:lnTo>
                  <a:close/>
                  <a:moveTo>
                    <a:pt x="1314450" y="0"/>
                  </a:moveTo>
                  <a:lnTo>
                    <a:pt x="1343025" y="0"/>
                  </a:lnTo>
                  <a:lnTo>
                    <a:pt x="1343025" y="28575"/>
                  </a:lnTo>
                  <a:lnTo>
                    <a:pt x="1314450" y="28575"/>
                  </a:lnTo>
                  <a:close/>
                  <a:moveTo>
                    <a:pt x="1371600" y="0"/>
                  </a:moveTo>
                  <a:lnTo>
                    <a:pt x="1400175" y="0"/>
                  </a:lnTo>
                  <a:lnTo>
                    <a:pt x="1400175" y="28575"/>
                  </a:lnTo>
                  <a:lnTo>
                    <a:pt x="1371600" y="28575"/>
                  </a:lnTo>
                  <a:close/>
                  <a:moveTo>
                    <a:pt x="1428750" y="0"/>
                  </a:moveTo>
                  <a:lnTo>
                    <a:pt x="1457325" y="0"/>
                  </a:lnTo>
                  <a:lnTo>
                    <a:pt x="1457325" y="28575"/>
                  </a:lnTo>
                  <a:lnTo>
                    <a:pt x="1428750" y="28575"/>
                  </a:lnTo>
                  <a:close/>
                  <a:moveTo>
                    <a:pt x="1485900" y="0"/>
                  </a:moveTo>
                  <a:lnTo>
                    <a:pt x="1514475" y="0"/>
                  </a:lnTo>
                  <a:lnTo>
                    <a:pt x="1514475" y="28575"/>
                  </a:lnTo>
                  <a:lnTo>
                    <a:pt x="1485900" y="28575"/>
                  </a:lnTo>
                  <a:close/>
                  <a:moveTo>
                    <a:pt x="1543050" y="0"/>
                  </a:moveTo>
                  <a:lnTo>
                    <a:pt x="1571625" y="0"/>
                  </a:lnTo>
                  <a:lnTo>
                    <a:pt x="1571625" y="28575"/>
                  </a:lnTo>
                  <a:lnTo>
                    <a:pt x="1543050" y="28575"/>
                  </a:lnTo>
                  <a:close/>
                  <a:moveTo>
                    <a:pt x="1600200" y="0"/>
                  </a:moveTo>
                  <a:lnTo>
                    <a:pt x="1628775" y="0"/>
                  </a:lnTo>
                  <a:lnTo>
                    <a:pt x="1628775" y="28575"/>
                  </a:lnTo>
                  <a:lnTo>
                    <a:pt x="1600200" y="28575"/>
                  </a:lnTo>
                  <a:close/>
                  <a:moveTo>
                    <a:pt x="1657350" y="0"/>
                  </a:moveTo>
                  <a:lnTo>
                    <a:pt x="1685925" y="0"/>
                  </a:lnTo>
                  <a:lnTo>
                    <a:pt x="1685925" y="28575"/>
                  </a:lnTo>
                  <a:lnTo>
                    <a:pt x="1657350" y="28575"/>
                  </a:lnTo>
                  <a:close/>
                  <a:moveTo>
                    <a:pt x="1714500" y="0"/>
                  </a:moveTo>
                  <a:lnTo>
                    <a:pt x="1743075" y="0"/>
                  </a:lnTo>
                  <a:lnTo>
                    <a:pt x="1743075" y="28575"/>
                  </a:lnTo>
                  <a:lnTo>
                    <a:pt x="1714500" y="28575"/>
                  </a:lnTo>
                  <a:close/>
                  <a:moveTo>
                    <a:pt x="1771650" y="0"/>
                  </a:moveTo>
                  <a:lnTo>
                    <a:pt x="1800225" y="0"/>
                  </a:lnTo>
                  <a:lnTo>
                    <a:pt x="1800225" y="28575"/>
                  </a:lnTo>
                  <a:lnTo>
                    <a:pt x="1771650" y="28575"/>
                  </a:lnTo>
                  <a:close/>
                  <a:moveTo>
                    <a:pt x="1828800" y="0"/>
                  </a:moveTo>
                  <a:lnTo>
                    <a:pt x="1857375" y="0"/>
                  </a:lnTo>
                  <a:lnTo>
                    <a:pt x="1857375" y="28575"/>
                  </a:lnTo>
                  <a:lnTo>
                    <a:pt x="1828800" y="28575"/>
                  </a:lnTo>
                  <a:close/>
                  <a:moveTo>
                    <a:pt x="1885950" y="0"/>
                  </a:moveTo>
                  <a:lnTo>
                    <a:pt x="1914525" y="0"/>
                  </a:lnTo>
                  <a:lnTo>
                    <a:pt x="1914525" y="28575"/>
                  </a:lnTo>
                  <a:lnTo>
                    <a:pt x="1885950" y="28575"/>
                  </a:lnTo>
                  <a:close/>
                  <a:moveTo>
                    <a:pt x="1943100" y="0"/>
                  </a:moveTo>
                  <a:lnTo>
                    <a:pt x="1971675" y="0"/>
                  </a:lnTo>
                  <a:lnTo>
                    <a:pt x="1971675" y="28575"/>
                  </a:lnTo>
                  <a:lnTo>
                    <a:pt x="1943100" y="28575"/>
                  </a:lnTo>
                  <a:close/>
                  <a:moveTo>
                    <a:pt x="2000250" y="0"/>
                  </a:moveTo>
                  <a:lnTo>
                    <a:pt x="2028825" y="0"/>
                  </a:lnTo>
                  <a:lnTo>
                    <a:pt x="2028825" y="28575"/>
                  </a:lnTo>
                  <a:lnTo>
                    <a:pt x="2000250" y="28575"/>
                  </a:lnTo>
                  <a:close/>
                  <a:moveTo>
                    <a:pt x="2057400" y="0"/>
                  </a:moveTo>
                  <a:lnTo>
                    <a:pt x="2085975" y="0"/>
                  </a:lnTo>
                  <a:lnTo>
                    <a:pt x="2085975" y="28575"/>
                  </a:lnTo>
                  <a:lnTo>
                    <a:pt x="2057400" y="28575"/>
                  </a:lnTo>
                  <a:close/>
                  <a:moveTo>
                    <a:pt x="2114550" y="0"/>
                  </a:moveTo>
                  <a:lnTo>
                    <a:pt x="2143125" y="0"/>
                  </a:lnTo>
                  <a:lnTo>
                    <a:pt x="2143125" y="28575"/>
                  </a:lnTo>
                  <a:lnTo>
                    <a:pt x="2114550" y="28575"/>
                  </a:lnTo>
                  <a:close/>
                  <a:moveTo>
                    <a:pt x="2171700" y="0"/>
                  </a:moveTo>
                  <a:lnTo>
                    <a:pt x="2200275" y="0"/>
                  </a:lnTo>
                  <a:lnTo>
                    <a:pt x="2200275" y="28575"/>
                  </a:lnTo>
                  <a:lnTo>
                    <a:pt x="2171700" y="28575"/>
                  </a:lnTo>
                  <a:close/>
                  <a:moveTo>
                    <a:pt x="2228850" y="0"/>
                  </a:moveTo>
                  <a:lnTo>
                    <a:pt x="2257425" y="0"/>
                  </a:lnTo>
                  <a:lnTo>
                    <a:pt x="2257425" y="28575"/>
                  </a:lnTo>
                  <a:lnTo>
                    <a:pt x="2228850" y="28575"/>
                  </a:lnTo>
                  <a:close/>
                  <a:moveTo>
                    <a:pt x="2286000" y="0"/>
                  </a:moveTo>
                  <a:lnTo>
                    <a:pt x="2314575" y="0"/>
                  </a:lnTo>
                  <a:lnTo>
                    <a:pt x="2314575" y="28575"/>
                  </a:lnTo>
                  <a:lnTo>
                    <a:pt x="2286000" y="28575"/>
                  </a:lnTo>
                  <a:close/>
                  <a:moveTo>
                    <a:pt x="2343150" y="0"/>
                  </a:moveTo>
                  <a:lnTo>
                    <a:pt x="2371725" y="0"/>
                  </a:lnTo>
                  <a:lnTo>
                    <a:pt x="2371725" y="28575"/>
                  </a:lnTo>
                  <a:lnTo>
                    <a:pt x="2343150" y="28575"/>
                  </a:lnTo>
                  <a:close/>
                  <a:moveTo>
                    <a:pt x="2400300" y="0"/>
                  </a:moveTo>
                  <a:lnTo>
                    <a:pt x="2428875" y="0"/>
                  </a:lnTo>
                  <a:lnTo>
                    <a:pt x="2428875" y="28575"/>
                  </a:lnTo>
                  <a:lnTo>
                    <a:pt x="2400300" y="28575"/>
                  </a:lnTo>
                  <a:close/>
                  <a:moveTo>
                    <a:pt x="2457450" y="0"/>
                  </a:moveTo>
                  <a:lnTo>
                    <a:pt x="2486025" y="0"/>
                  </a:lnTo>
                  <a:lnTo>
                    <a:pt x="2486025" y="28575"/>
                  </a:lnTo>
                  <a:lnTo>
                    <a:pt x="2457450" y="28575"/>
                  </a:lnTo>
                  <a:close/>
                  <a:moveTo>
                    <a:pt x="2514600" y="0"/>
                  </a:moveTo>
                  <a:lnTo>
                    <a:pt x="2543175" y="0"/>
                  </a:lnTo>
                  <a:lnTo>
                    <a:pt x="2543175" y="28575"/>
                  </a:lnTo>
                  <a:lnTo>
                    <a:pt x="2514600" y="28575"/>
                  </a:lnTo>
                  <a:close/>
                  <a:moveTo>
                    <a:pt x="2571750" y="0"/>
                  </a:moveTo>
                  <a:lnTo>
                    <a:pt x="2600325" y="0"/>
                  </a:lnTo>
                  <a:lnTo>
                    <a:pt x="2600325" y="28575"/>
                  </a:lnTo>
                  <a:lnTo>
                    <a:pt x="2571750" y="28575"/>
                  </a:lnTo>
                  <a:close/>
                  <a:moveTo>
                    <a:pt x="2628900" y="0"/>
                  </a:moveTo>
                  <a:lnTo>
                    <a:pt x="2657475" y="0"/>
                  </a:lnTo>
                  <a:lnTo>
                    <a:pt x="2657475" y="28575"/>
                  </a:lnTo>
                  <a:lnTo>
                    <a:pt x="2628900" y="28575"/>
                  </a:lnTo>
                  <a:close/>
                  <a:moveTo>
                    <a:pt x="2686050" y="0"/>
                  </a:moveTo>
                  <a:lnTo>
                    <a:pt x="2714625" y="0"/>
                  </a:lnTo>
                  <a:lnTo>
                    <a:pt x="2714625" y="28575"/>
                  </a:lnTo>
                  <a:lnTo>
                    <a:pt x="2686050" y="28575"/>
                  </a:lnTo>
                  <a:close/>
                  <a:moveTo>
                    <a:pt x="2743200" y="0"/>
                  </a:moveTo>
                  <a:lnTo>
                    <a:pt x="2771775" y="0"/>
                  </a:lnTo>
                  <a:lnTo>
                    <a:pt x="2771775" y="28575"/>
                  </a:lnTo>
                  <a:lnTo>
                    <a:pt x="2743200" y="28575"/>
                  </a:lnTo>
                  <a:close/>
                  <a:moveTo>
                    <a:pt x="2800350" y="0"/>
                  </a:moveTo>
                  <a:lnTo>
                    <a:pt x="2828925" y="0"/>
                  </a:lnTo>
                  <a:lnTo>
                    <a:pt x="2828925" y="28575"/>
                  </a:lnTo>
                  <a:lnTo>
                    <a:pt x="2800350" y="28575"/>
                  </a:lnTo>
                  <a:close/>
                  <a:moveTo>
                    <a:pt x="2857500" y="0"/>
                  </a:moveTo>
                  <a:lnTo>
                    <a:pt x="2886075" y="0"/>
                  </a:lnTo>
                  <a:lnTo>
                    <a:pt x="2886075" y="28575"/>
                  </a:lnTo>
                  <a:lnTo>
                    <a:pt x="2857500" y="28575"/>
                  </a:lnTo>
                  <a:close/>
                  <a:moveTo>
                    <a:pt x="2914650" y="0"/>
                  </a:moveTo>
                  <a:lnTo>
                    <a:pt x="2943225" y="0"/>
                  </a:lnTo>
                  <a:lnTo>
                    <a:pt x="2943225" y="28575"/>
                  </a:lnTo>
                  <a:lnTo>
                    <a:pt x="2914650" y="28575"/>
                  </a:lnTo>
                  <a:close/>
                  <a:moveTo>
                    <a:pt x="2971800" y="0"/>
                  </a:moveTo>
                  <a:lnTo>
                    <a:pt x="3000375" y="0"/>
                  </a:lnTo>
                  <a:lnTo>
                    <a:pt x="3000375" y="28575"/>
                  </a:lnTo>
                  <a:lnTo>
                    <a:pt x="2971800" y="28575"/>
                  </a:lnTo>
                  <a:close/>
                  <a:moveTo>
                    <a:pt x="3028950" y="0"/>
                  </a:moveTo>
                  <a:lnTo>
                    <a:pt x="3057525" y="0"/>
                  </a:lnTo>
                  <a:lnTo>
                    <a:pt x="3057525" y="28575"/>
                  </a:lnTo>
                  <a:lnTo>
                    <a:pt x="3028950" y="28575"/>
                  </a:lnTo>
                  <a:close/>
                  <a:moveTo>
                    <a:pt x="3086100" y="0"/>
                  </a:moveTo>
                  <a:lnTo>
                    <a:pt x="3114675" y="0"/>
                  </a:lnTo>
                  <a:lnTo>
                    <a:pt x="3114675" y="28575"/>
                  </a:lnTo>
                  <a:lnTo>
                    <a:pt x="3086100" y="28575"/>
                  </a:lnTo>
                  <a:close/>
                  <a:moveTo>
                    <a:pt x="3143250" y="0"/>
                  </a:moveTo>
                  <a:lnTo>
                    <a:pt x="3171825" y="0"/>
                  </a:lnTo>
                  <a:lnTo>
                    <a:pt x="3171825" y="28575"/>
                  </a:lnTo>
                  <a:lnTo>
                    <a:pt x="3143250" y="28575"/>
                  </a:lnTo>
                  <a:close/>
                  <a:moveTo>
                    <a:pt x="3200400" y="0"/>
                  </a:moveTo>
                  <a:lnTo>
                    <a:pt x="3228975" y="0"/>
                  </a:lnTo>
                  <a:lnTo>
                    <a:pt x="3228975" y="28575"/>
                  </a:lnTo>
                  <a:lnTo>
                    <a:pt x="3200400" y="28575"/>
                  </a:lnTo>
                  <a:close/>
                  <a:moveTo>
                    <a:pt x="3257550" y="0"/>
                  </a:moveTo>
                  <a:lnTo>
                    <a:pt x="3286125" y="0"/>
                  </a:lnTo>
                  <a:lnTo>
                    <a:pt x="3286125" y="28575"/>
                  </a:lnTo>
                  <a:lnTo>
                    <a:pt x="3257550" y="28575"/>
                  </a:lnTo>
                  <a:close/>
                  <a:moveTo>
                    <a:pt x="3314700" y="0"/>
                  </a:moveTo>
                  <a:lnTo>
                    <a:pt x="3343275" y="0"/>
                  </a:lnTo>
                  <a:lnTo>
                    <a:pt x="3343275" y="28575"/>
                  </a:lnTo>
                  <a:lnTo>
                    <a:pt x="3314700" y="28575"/>
                  </a:lnTo>
                  <a:close/>
                  <a:moveTo>
                    <a:pt x="3371850" y="0"/>
                  </a:moveTo>
                  <a:lnTo>
                    <a:pt x="3400425" y="0"/>
                  </a:lnTo>
                  <a:lnTo>
                    <a:pt x="3400425" y="28575"/>
                  </a:lnTo>
                  <a:lnTo>
                    <a:pt x="3371850" y="28575"/>
                  </a:lnTo>
                  <a:close/>
                  <a:moveTo>
                    <a:pt x="3429000" y="0"/>
                  </a:moveTo>
                  <a:lnTo>
                    <a:pt x="3456051" y="0"/>
                  </a:lnTo>
                  <a:lnTo>
                    <a:pt x="3456051" y="28575"/>
                  </a:lnTo>
                  <a:lnTo>
                    <a:pt x="3429000" y="28575"/>
                  </a:lnTo>
                  <a:close/>
                  <a:moveTo>
                    <a:pt x="0" y="0"/>
                  </a:moveTo>
                  <a:lnTo>
                    <a:pt x="28575" y="0"/>
                  </a:lnTo>
                  <a:lnTo>
                    <a:pt x="28575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332956" y="6538646"/>
            <a:ext cx="3163824" cy="10668"/>
            <a:chOff x="0" y="0"/>
            <a:chExt cx="3163824" cy="106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63824" cy="10668"/>
            </a:xfrm>
            <a:custGeom>
              <a:avLst/>
              <a:gdLst/>
              <a:ahLst/>
              <a:cxnLst/>
              <a:rect r="r" b="b" t="t" l="l"/>
              <a:pathLst>
                <a:path h="10668" w="3163824">
                  <a:moveTo>
                    <a:pt x="2372868" y="0"/>
                  </a:moveTo>
                  <a:lnTo>
                    <a:pt x="1581912" y="0"/>
                  </a:lnTo>
                  <a:lnTo>
                    <a:pt x="790956" y="0"/>
                  </a:lnTo>
                  <a:lnTo>
                    <a:pt x="0" y="0"/>
                  </a:lnTo>
                  <a:lnTo>
                    <a:pt x="0" y="10668"/>
                  </a:lnTo>
                  <a:lnTo>
                    <a:pt x="790956" y="10668"/>
                  </a:lnTo>
                  <a:lnTo>
                    <a:pt x="1581912" y="10668"/>
                  </a:lnTo>
                  <a:lnTo>
                    <a:pt x="2372868" y="10668"/>
                  </a:lnTo>
                  <a:lnTo>
                    <a:pt x="3163824" y="10668"/>
                  </a:lnTo>
                  <a:lnTo>
                    <a:pt x="3163824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32956" y="6298340"/>
            <a:ext cx="3226889" cy="272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b="true" sz="1596" spc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  <a:hlinkClick r:id="rId9" tooltip="https://www.expoasa.com.br/ideasun"/>
              </a:rPr>
              <a:t>www.expoasa.com.br/ideasun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48728" y="1463040"/>
            <a:ext cx="7303740" cy="123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PROPOSTA DE VALOR NÃO É RELACIONADA AO VALOR FINANCEIRO, ESTÁ RELACIONADA À VALORIZAÇÃO DO PROJETO. O QUE TEM DE INOVAÇÃO NA SOLUÇÃO DA EQUIPE? ESTE É O MOMENTO DE DAR DESTAQUE, CHAMAR A ATENÇÃO E DEIXAR A BANCA E A PLATEIA CURIOSOS COM A SOLUÇÃO.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 (EXCLUIR ESTE TEXTO)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48728" y="571500"/>
            <a:ext cx="735747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spc="1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PROPOSTA DE VALOR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48728" y="1038225"/>
            <a:ext cx="7303740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Descrever a proposta de valor.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65108" y="5963412"/>
            <a:ext cx="3127248" cy="765048"/>
          </a:xfrm>
          <a:custGeom>
            <a:avLst/>
            <a:gdLst/>
            <a:ahLst/>
            <a:cxnLst/>
            <a:rect r="r" b="b" t="t" l="l"/>
            <a:pathLst>
              <a:path h="765048" w="3127248">
                <a:moveTo>
                  <a:pt x="0" y="0"/>
                </a:moveTo>
                <a:lnTo>
                  <a:pt x="3127248" y="0"/>
                </a:lnTo>
                <a:lnTo>
                  <a:pt x="3127248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 descr="Uma imagem contendo Interface gráfica do usuário  Descrição gerada automaticamente"/>
          <p:cNvSpPr/>
          <p:nvPr/>
        </p:nvSpPr>
        <p:spPr>
          <a:xfrm flipH="false" flipV="false" rot="0">
            <a:off x="9913344" y="6131138"/>
            <a:ext cx="1949806" cy="469230"/>
          </a:xfrm>
          <a:custGeom>
            <a:avLst/>
            <a:gdLst/>
            <a:ahLst/>
            <a:cxnLst/>
            <a:rect r="r" b="b" t="t" l="l"/>
            <a:pathLst>
              <a:path h="469230" w="1949806">
                <a:moveTo>
                  <a:pt x="0" y="0"/>
                </a:moveTo>
                <a:lnTo>
                  <a:pt x="1949805" y="0"/>
                </a:lnTo>
                <a:lnTo>
                  <a:pt x="1949805" y="469230"/>
                </a:lnTo>
                <a:lnTo>
                  <a:pt x="0" y="469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 descr="Logotipo  Descrição gerada automaticamente"/>
          <p:cNvSpPr/>
          <p:nvPr/>
        </p:nvSpPr>
        <p:spPr>
          <a:xfrm flipH="false" flipV="false" rot="0">
            <a:off x="8966416" y="6091666"/>
            <a:ext cx="893674" cy="583282"/>
          </a:xfrm>
          <a:custGeom>
            <a:avLst/>
            <a:gdLst/>
            <a:ahLst/>
            <a:cxnLst/>
            <a:rect r="r" b="b" t="t" l="l"/>
            <a:pathLst>
              <a:path h="583282" w="893674">
                <a:moveTo>
                  <a:pt x="0" y="0"/>
                </a:moveTo>
                <a:lnTo>
                  <a:pt x="893674" y="0"/>
                </a:lnTo>
                <a:lnTo>
                  <a:pt x="893674" y="583283"/>
                </a:lnTo>
                <a:lnTo>
                  <a:pt x="0" y="583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6116" y="5963412"/>
            <a:ext cx="1944624" cy="765048"/>
          </a:xfrm>
          <a:custGeom>
            <a:avLst/>
            <a:gdLst/>
            <a:ahLst/>
            <a:cxnLst/>
            <a:rect r="r" b="b" t="t" l="l"/>
            <a:pathLst>
              <a:path h="765048" w="1944624">
                <a:moveTo>
                  <a:pt x="0" y="0"/>
                </a:moveTo>
                <a:lnTo>
                  <a:pt x="1944624" y="0"/>
                </a:lnTo>
                <a:lnTo>
                  <a:pt x="1944624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 descr="Forma  Descrição gerada automaticamente com confiança média"/>
          <p:cNvSpPr/>
          <p:nvPr/>
        </p:nvSpPr>
        <p:spPr>
          <a:xfrm flipH="false" flipV="false" rot="0">
            <a:off x="4148728" y="6075950"/>
            <a:ext cx="583501" cy="526447"/>
          </a:xfrm>
          <a:custGeom>
            <a:avLst/>
            <a:gdLst/>
            <a:ahLst/>
            <a:cxnLst/>
            <a:rect r="r" b="b" t="t" l="l"/>
            <a:pathLst>
              <a:path h="526447" w="583501">
                <a:moveTo>
                  <a:pt x="0" y="0"/>
                </a:moveTo>
                <a:lnTo>
                  <a:pt x="583502" y="0"/>
                </a:lnTo>
                <a:lnTo>
                  <a:pt x="583502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"/>
            </a:stretch>
          </a:blipFill>
        </p:spPr>
      </p:sp>
      <p:sp>
        <p:nvSpPr>
          <p:cNvPr name="Freeform 7" id="7" descr="Forma, Logotipo  O conteúdo gerado por IA pode estar incorreto."/>
          <p:cNvSpPr/>
          <p:nvPr/>
        </p:nvSpPr>
        <p:spPr>
          <a:xfrm flipH="false" flipV="false" rot="0">
            <a:off x="5029505" y="6091666"/>
            <a:ext cx="766924" cy="526447"/>
          </a:xfrm>
          <a:custGeom>
            <a:avLst/>
            <a:gdLst/>
            <a:ahLst/>
            <a:cxnLst/>
            <a:rect r="r" b="b" t="t" l="l"/>
            <a:pathLst>
              <a:path h="526447" w="766924">
                <a:moveTo>
                  <a:pt x="0" y="0"/>
                </a:moveTo>
                <a:lnTo>
                  <a:pt x="766924" y="0"/>
                </a:lnTo>
                <a:lnTo>
                  <a:pt x="766924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"/>
            </a:stretch>
          </a:blipFill>
        </p:spPr>
      </p:sp>
      <p:sp>
        <p:nvSpPr>
          <p:cNvPr name="Freeform 8" id="8" descr="Logotipo  O conteúdo gerado por IA pode estar incorreto."/>
          <p:cNvSpPr/>
          <p:nvPr/>
        </p:nvSpPr>
        <p:spPr>
          <a:xfrm flipH="false" flipV="false" rot="0">
            <a:off x="0" y="0"/>
            <a:ext cx="3810000" cy="6858000"/>
          </a:xfrm>
          <a:custGeom>
            <a:avLst/>
            <a:gdLst/>
            <a:ahLst/>
            <a:cxnLst/>
            <a:rect r="r" b="b" t="t" l="l"/>
            <a:pathLst>
              <a:path h="6858000" w="3810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8840" y="6109316"/>
            <a:ext cx="3456003" cy="29299"/>
            <a:chOff x="0" y="0"/>
            <a:chExt cx="3456000" cy="292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56051" cy="28575"/>
            </a:xfrm>
            <a:custGeom>
              <a:avLst/>
              <a:gdLst/>
              <a:ahLst/>
              <a:cxnLst/>
              <a:rect r="r" b="b" t="t" l="l"/>
              <a:pathLst>
                <a:path h="28575" w="3456051">
                  <a:moveTo>
                    <a:pt x="57150" y="0"/>
                  </a:moveTo>
                  <a:lnTo>
                    <a:pt x="85725" y="0"/>
                  </a:lnTo>
                  <a:lnTo>
                    <a:pt x="85725" y="28575"/>
                  </a:lnTo>
                  <a:lnTo>
                    <a:pt x="57150" y="28575"/>
                  </a:lnTo>
                  <a:close/>
                  <a:moveTo>
                    <a:pt x="114300" y="0"/>
                  </a:moveTo>
                  <a:lnTo>
                    <a:pt x="142875" y="0"/>
                  </a:lnTo>
                  <a:lnTo>
                    <a:pt x="142875" y="28575"/>
                  </a:lnTo>
                  <a:lnTo>
                    <a:pt x="114300" y="28575"/>
                  </a:lnTo>
                  <a:close/>
                  <a:moveTo>
                    <a:pt x="171450" y="0"/>
                  </a:moveTo>
                  <a:lnTo>
                    <a:pt x="200025" y="0"/>
                  </a:lnTo>
                  <a:lnTo>
                    <a:pt x="200025" y="28575"/>
                  </a:lnTo>
                  <a:lnTo>
                    <a:pt x="171450" y="28575"/>
                  </a:lnTo>
                  <a:close/>
                  <a:moveTo>
                    <a:pt x="228600" y="0"/>
                  </a:moveTo>
                  <a:lnTo>
                    <a:pt x="257175" y="0"/>
                  </a:lnTo>
                  <a:lnTo>
                    <a:pt x="257175" y="28575"/>
                  </a:lnTo>
                  <a:lnTo>
                    <a:pt x="228600" y="28575"/>
                  </a:lnTo>
                  <a:close/>
                  <a:moveTo>
                    <a:pt x="285750" y="0"/>
                  </a:moveTo>
                  <a:lnTo>
                    <a:pt x="314325" y="0"/>
                  </a:lnTo>
                  <a:lnTo>
                    <a:pt x="314325" y="28575"/>
                  </a:lnTo>
                  <a:lnTo>
                    <a:pt x="285750" y="28575"/>
                  </a:lnTo>
                  <a:close/>
                  <a:moveTo>
                    <a:pt x="342900" y="0"/>
                  </a:moveTo>
                  <a:lnTo>
                    <a:pt x="371475" y="0"/>
                  </a:lnTo>
                  <a:lnTo>
                    <a:pt x="371475" y="28575"/>
                  </a:lnTo>
                  <a:lnTo>
                    <a:pt x="342900" y="28575"/>
                  </a:lnTo>
                  <a:close/>
                  <a:moveTo>
                    <a:pt x="400050" y="0"/>
                  </a:moveTo>
                  <a:lnTo>
                    <a:pt x="428625" y="0"/>
                  </a:lnTo>
                  <a:lnTo>
                    <a:pt x="428625" y="28575"/>
                  </a:lnTo>
                  <a:lnTo>
                    <a:pt x="400050" y="28575"/>
                  </a:lnTo>
                  <a:close/>
                  <a:moveTo>
                    <a:pt x="457200" y="0"/>
                  </a:moveTo>
                  <a:lnTo>
                    <a:pt x="485775" y="0"/>
                  </a:lnTo>
                  <a:lnTo>
                    <a:pt x="485775" y="28575"/>
                  </a:lnTo>
                  <a:lnTo>
                    <a:pt x="457200" y="28575"/>
                  </a:lnTo>
                  <a:close/>
                  <a:moveTo>
                    <a:pt x="514350" y="0"/>
                  </a:moveTo>
                  <a:lnTo>
                    <a:pt x="542925" y="0"/>
                  </a:lnTo>
                  <a:lnTo>
                    <a:pt x="542925" y="28575"/>
                  </a:lnTo>
                  <a:lnTo>
                    <a:pt x="514350" y="28575"/>
                  </a:lnTo>
                  <a:close/>
                  <a:moveTo>
                    <a:pt x="571500" y="0"/>
                  </a:moveTo>
                  <a:lnTo>
                    <a:pt x="600075" y="0"/>
                  </a:lnTo>
                  <a:lnTo>
                    <a:pt x="600075" y="28575"/>
                  </a:lnTo>
                  <a:lnTo>
                    <a:pt x="571500" y="28575"/>
                  </a:lnTo>
                  <a:close/>
                  <a:moveTo>
                    <a:pt x="628650" y="0"/>
                  </a:moveTo>
                  <a:lnTo>
                    <a:pt x="657225" y="0"/>
                  </a:lnTo>
                  <a:lnTo>
                    <a:pt x="657225" y="28575"/>
                  </a:lnTo>
                  <a:lnTo>
                    <a:pt x="628650" y="28575"/>
                  </a:lnTo>
                  <a:close/>
                  <a:moveTo>
                    <a:pt x="685800" y="0"/>
                  </a:moveTo>
                  <a:lnTo>
                    <a:pt x="714375" y="0"/>
                  </a:lnTo>
                  <a:lnTo>
                    <a:pt x="714375" y="28575"/>
                  </a:lnTo>
                  <a:lnTo>
                    <a:pt x="685800" y="28575"/>
                  </a:lnTo>
                  <a:close/>
                  <a:moveTo>
                    <a:pt x="742950" y="0"/>
                  </a:moveTo>
                  <a:lnTo>
                    <a:pt x="771525" y="0"/>
                  </a:lnTo>
                  <a:lnTo>
                    <a:pt x="771525" y="28575"/>
                  </a:lnTo>
                  <a:lnTo>
                    <a:pt x="742950" y="28575"/>
                  </a:lnTo>
                  <a:close/>
                  <a:moveTo>
                    <a:pt x="800100" y="0"/>
                  </a:moveTo>
                  <a:lnTo>
                    <a:pt x="828675" y="0"/>
                  </a:lnTo>
                  <a:lnTo>
                    <a:pt x="828675" y="28575"/>
                  </a:lnTo>
                  <a:lnTo>
                    <a:pt x="800100" y="28575"/>
                  </a:lnTo>
                  <a:close/>
                  <a:moveTo>
                    <a:pt x="857250" y="0"/>
                  </a:moveTo>
                  <a:lnTo>
                    <a:pt x="885825" y="0"/>
                  </a:lnTo>
                  <a:lnTo>
                    <a:pt x="885825" y="28575"/>
                  </a:lnTo>
                  <a:lnTo>
                    <a:pt x="857250" y="28575"/>
                  </a:lnTo>
                  <a:close/>
                  <a:moveTo>
                    <a:pt x="914400" y="0"/>
                  </a:moveTo>
                  <a:lnTo>
                    <a:pt x="942975" y="0"/>
                  </a:lnTo>
                  <a:lnTo>
                    <a:pt x="942975" y="28575"/>
                  </a:lnTo>
                  <a:lnTo>
                    <a:pt x="914400" y="28575"/>
                  </a:lnTo>
                  <a:close/>
                  <a:moveTo>
                    <a:pt x="971550" y="0"/>
                  </a:moveTo>
                  <a:lnTo>
                    <a:pt x="1000125" y="0"/>
                  </a:lnTo>
                  <a:lnTo>
                    <a:pt x="1000125" y="28575"/>
                  </a:lnTo>
                  <a:lnTo>
                    <a:pt x="971550" y="28575"/>
                  </a:lnTo>
                  <a:close/>
                  <a:moveTo>
                    <a:pt x="1028700" y="0"/>
                  </a:moveTo>
                  <a:lnTo>
                    <a:pt x="1057275" y="0"/>
                  </a:lnTo>
                  <a:lnTo>
                    <a:pt x="1057275" y="28575"/>
                  </a:lnTo>
                  <a:lnTo>
                    <a:pt x="1028700" y="28575"/>
                  </a:lnTo>
                  <a:close/>
                  <a:moveTo>
                    <a:pt x="1085850" y="0"/>
                  </a:moveTo>
                  <a:lnTo>
                    <a:pt x="1114425" y="0"/>
                  </a:lnTo>
                  <a:lnTo>
                    <a:pt x="1114425" y="28575"/>
                  </a:lnTo>
                  <a:lnTo>
                    <a:pt x="1085850" y="28575"/>
                  </a:lnTo>
                  <a:close/>
                  <a:moveTo>
                    <a:pt x="1143000" y="0"/>
                  </a:moveTo>
                  <a:lnTo>
                    <a:pt x="1171575" y="0"/>
                  </a:lnTo>
                  <a:lnTo>
                    <a:pt x="1171575" y="28575"/>
                  </a:lnTo>
                  <a:lnTo>
                    <a:pt x="1143000" y="28575"/>
                  </a:lnTo>
                  <a:close/>
                  <a:moveTo>
                    <a:pt x="1200150" y="0"/>
                  </a:moveTo>
                  <a:lnTo>
                    <a:pt x="1228725" y="0"/>
                  </a:lnTo>
                  <a:lnTo>
                    <a:pt x="1228725" y="28575"/>
                  </a:lnTo>
                  <a:lnTo>
                    <a:pt x="1200150" y="28575"/>
                  </a:lnTo>
                  <a:close/>
                  <a:moveTo>
                    <a:pt x="1257300" y="0"/>
                  </a:moveTo>
                  <a:lnTo>
                    <a:pt x="1285875" y="0"/>
                  </a:lnTo>
                  <a:lnTo>
                    <a:pt x="1285875" y="28575"/>
                  </a:lnTo>
                  <a:lnTo>
                    <a:pt x="1257300" y="28575"/>
                  </a:lnTo>
                  <a:close/>
                  <a:moveTo>
                    <a:pt x="1314450" y="0"/>
                  </a:moveTo>
                  <a:lnTo>
                    <a:pt x="1343025" y="0"/>
                  </a:lnTo>
                  <a:lnTo>
                    <a:pt x="1343025" y="28575"/>
                  </a:lnTo>
                  <a:lnTo>
                    <a:pt x="1314450" y="28575"/>
                  </a:lnTo>
                  <a:close/>
                  <a:moveTo>
                    <a:pt x="1371600" y="0"/>
                  </a:moveTo>
                  <a:lnTo>
                    <a:pt x="1400175" y="0"/>
                  </a:lnTo>
                  <a:lnTo>
                    <a:pt x="1400175" y="28575"/>
                  </a:lnTo>
                  <a:lnTo>
                    <a:pt x="1371600" y="28575"/>
                  </a:lnTo>
                  <a:close/>
                  <a:moveTo>
                    <a:pt x="1428750" y="0"/>
                  </a:moveTo>
                  <a:lnTo>
                    <a:pt x="1457325" y="0"/>
                  </a:lnTo>
                  <a:lnTo>
                    <a:pt x="1457325" y="28575"/>
                  </a:lnTo>
                  <a:lnTo>
                    <a:pt x="1428750" y="28575"/>
                  </a:lnTo>
                  <a:close/>
                  <a:moveTo>
                    <a:pt x="1485900" y="0"/>
                  </a:moveTo>
                  <a:lnTo>
                    <a:pt x="1514475" y="0"/>
                  </a:lnTo>
                  <a:lnTo>
                    <a:pt x="1514475" y="28575"/>
                  </a:lnTo>
                  <a:lnTo>
                    <a:pt x="1485900" y="28575"/>
                  </a:lnTo>
                  <a:close/>
                  <a:moveTo>
                    <a:pt x="1543050" y="0"/>
                  </a:moveTo>
                  <a:lnTo>
                    <a:pt x="1571625" y="0"/>
                  </a:lnTo>
                  <a:lnTo>
                    <a:pt x="1571625" y="28575"/>
                  </a:lnTo>
                  <a:lnTo>
                    <a:pt x="1543050" y="28575"/>
                  </a:lnTo>
                  <a:close/>
                  <a:moveTo>
                    <a:pt x="1600200" y="0"/>
                  </a:moveTo>
                  <a:lnTo>
                    <a:pt x="1628775" y="0"/>
                  </a:lnTo>
                  <a:lnTo>
                    <a:pt x="1628775" y="28575"/>
                  </a:lnTo>
                  <a:lnTo>
                    <a:pt x="1600200" y="28575"/>
                  </a:lnTo>
                  <a:close/>
                  <a:moveTo>
                    <a:pt x="1657350" y="0"/>
                  </a:moveTo>
                  <a:lnTo>
                    <a:pt x="1685925" y="0"/>
                  </a:lnTo>
                  <a:lnTo>
                    <a:pt x="1685925" y="28575"/>
                  </a:lnTo>
                  <a:lnTo>
                    <a:pt x="1657350" y="28575"/>
                  </a:lnTo>
                  <a:close/>
                  <a:moveTo>
                    <a:pt x="1714500" y="0"/>
                  </a:moveTo>
                  <a:lnTo>
                    <a:pt x="1743075" y="0"/>
                  </a:lnTo>
                  <a:lnTo>
                    <a:pt x="1743075" y="28575"/>
                  </a:lnTo>
                  <a:lnTo>
                    <a:pt x="1714500" y="28575"/>
                  </a:lnTo>
                  <a:close/>
                  <a:moveTo>
                    <a:pt x="1771650" y="0"/>
                  </a:moveTo>
                  <a:lnTo>
                    <a:pt x="1800225" y="0"/>
                  </a:lnTo>
                  <a:lnTo>
                    <a:pt x="1800225" y="28575"/>
                  </a:lnTo>
                  <a:lnTo>
                    <a:pt x="1771650" y="28575"/>
                  </a:lnTo>
                  <a:close/>
                  <a:moveTo>
                    <a:pt x="1828800" y="0"/>
                  </a:moveTo>
                  <a:lnTo>
                    <a:pt x="1857375" y="0"/>
                  </a:lnTo>
                  <a:lnTo>
                    <a:pt x="1857375" y="28575"/>
                  </a:lnTo>
                  <a:lnTo>
                    <a:pt x="1828800" y="28575"/>
                  </a:lnTo>
                  <a:close/>
                  <a:moveTo>
                    <a:pt x="1885950" y="0"/>
                  </a:moveTo>
                  <a:lnTo>
                    <a:pt x="1914525" y="0"/>
                  </a:lnTo>
                  <a:lnTo>
                    <a:pt x="1914525" y="28575"/>
                  </a:lnTo>
                  <a:lnTo>
                    <a:pt x="1885950" y="28575"/>
                  </a:lnTo>
                  <a:close/>
                  <a:moveTo>
                    <a:pt x="1943100" y="0"/>
                  </a:moveTo>
                  <a:lnTo>
                    <a:pt x="1971675" y="0"/>
                  </a:lnTo>
                  <a:lnTo>
                    <a:pt x="1971675" y="28575"/>
                  </a:lnTo>
                  <a:lnTo>
                    <a:pt x="1943100" y="28575"/>
                  </a:lnTo>
                  <a:close/>
                  <a:moveTo>
                    <a:pt x="2000250" y="0"/>
                  </a:moveTo>
                  <a:lnTo>
                    <a:pt x="2028825" y="0"/>
                  </a:lnTo>
                  <a:lnTo>
                    <a:pt x="2028825" y="28575"/>
                  </a:lnTo>
                  <a:lnTo>
                    <a:pt x="2000250" y="28575"/>
                  </a:lnTo>
                  <a:close/>
                  <a:moveTo>
                    <a:pt x="2057400" y="0"/>
                  </a:moveTo>
                  <a:lnTo>
                    <a:pt x="2085975" y="0"/>
                  </a:lnTo>
                  <a:lnTo>
                    <a:pt x="2085975" y="28575"/>
                  </a:lnTo>
                  <a:lnTo>
                    <a:pt x="2057400" y="28575"/>
                  </a:lnTo>
                  <a:close/>
                  <a:moveTo>
                    <a:pt x="2114550" y="0"/>
                  </a:moveTo>
                  <a:lnTo>
                    <a:pt x="2143125" y="0"/>
                  </a:lnTo>
                  <a:lnTo>
                    <a:pt x="2143125" y="28575"/>
                  </a:lnTo>
                  <a:lnTo>
                    <a:pt x="2114550" y="28575"/>
                  </a:lnTo>
                  <a:close/>
                  <a:moveTo>
                    <a:pt x="2171700" y="0"/>
                  </a:moveTo>
                  <a:lnTo>
                    <a:pt x="2200275" y="0"/>
                  </a:lnTo>
                  <a:lnTo>
                    <a:pt x="2200275" y="28575"/>
                  </a:lnTo>
                  <a:lnTo>
                    <a:pt x="2171700" y="28575"/>
                  </a:lnTo>
                  <a:close/>
                  <a:moveTo>
                    <a:pt x="2228850" y="0"/>
                  </a:moveTo>
                  <a:lnTo>
                    <a:pt x="2257425" y="0"/>
                  </a:lnTo>
                  <a:lnTo>
                    <a:pt x="2257425" y="28575"/>
                  </a:lnTo>
                  <a:lnTo>
                    <a:pt x="2228850" y="28575"/>
                  </a:lnTo>
                  <a:close/>
                  <a:moveTo>
                    <a:pt x="2286000" y="0"/>
                  </a:moveTo>
                  <a:lnTo>
                    <a:pt x="2314575" y="0"/>
                  </a:lnTo>
                  <a:lnTo>
                    <a:pt x="2314575" y="28575"/>
                  </a:lnTo>
                  <a:lnTo>
                    <a:pt x="2286000" y="28575"/>
                  </a:lnTo>
                  <a:close/>
                  <a:moveTo>
                    <a:pt x="2343150" y="0"/>
                  </a:moveTo>
                  <a:lnTo>
                    <a:pt x="2371725" y="0"/>
                  </a:lnTo>
                  <a:lnTo>
                    <a:pt x="2371725" y="28575"/>
                  </a:lnTo>
                  <a:lnTo>
                    <a:pt x="2343150" y="28575"/>
                  </a:lnTo>
                  <a:close/>
                  <a:moveTo>
                    <a:pt x="2400300" y="0"/>
                  </a:moveTo>
                  <a:lnTo>
                    <a:pt x="2428875" y="0"/>
                  </a:lnTo>
                  <a:lnTo>
                    <a:pt x="2428875" y="28575"/>
                  </a:lnTo>
                  <a:lnTo>
                    <a:pt x="2400300" y="28575"/>
                  </a:lnTo>
                  <a:close/>
                  <a:moveTo>
                    <a:pt x="2457450" y="0"/>
                  </a:moveTo>
                  <a:lnTo>
                    <a:pt x="2486025" y="0"/>
                  </a:lnTo>
                  <a:lnTo>
                    <a:pt x="2486025" y="28575"/>
                  </a:lnTo>
                  <a:lnTo>
                    <a:pt x="2457450" y="28575"/>
                  </a:lnTo>
                  <a:close/>
                  <a:moveTo>
                    <a:pt x="2514600" y="0"/>
                  </a:moveTo>
                  <a:lnTo>
                    <a:pt x="2543175" y="0"/>
                  </a:lnTo>
                  <a:lnTo>
                    <a:pt x="2543175" y="28575"/>
                  </a:lnTo>
                  <a:lnTo>
                    <a:pt x="2514600" y="28575"/>
                  </a:lnTo>
                  <a:close/>
                  <a:moveTo>
                    <a:pt x="2571750" y="0"/>
                  </a:moveTo>
                  <a:lnTo>
                    <a:pt x="2600325" y="0"/>
                  </a:lnTo>
                  <a:lnTo>
                    <a:pt x="2600325" y="28575"/>
                  </a:lnTo>
                  <a:lnTo>
                    <a:pt x="2571750" y="28575"/>
                  </a:lnTo>
                  <a:close/>
                  <a:moveTo>
                    <a:pt x="2628900" y="0"/>
                  </a:moveTo>
                  <a:lnTo>
                    <a:pt x="2657475" y="0"/>
                  </a:lnTo>
                  <a:lnTo>
                    <a:pt x="2657475" y="28575"/>
                  </a:lnTo>
                  <a:lnTo>
                    <a:pt x="2628900" y="28575"/>
                  </a:lnTo>
                  <a:close/>
                  <a:moveTo>
                    <a:pt x="2686050" y="0"/>
                  </a:moveTo>
                  <a:lnTo>
                    <a:pt x="2714625" y="0"/>
                  </a:lnTo>
                  <a:lnTo>
                    <a:pt x="2714625" y="28575"/>
                  </a:lnTo>
                  <a:lnTo>
                    <a:pt x="2686050" y="28575"/>
                  </a:lnTo>
                  <a:close/>
                  <a:moveTo>
                    <a:pt x="2743200" y="0"/>
                  </a:moveTo>
                  <a:lnTo>
                    <a:pt x="2771775" y="0"/>
                  </a:lnTo>
                  <a:lnTo>
                    <a:pt x="2771775" y="28575"/>
                  </a:lnTo>
                  <a:lnTo>
                    <a:pt x="2743200" y="28575"/>
                  </a:lnTo>
                  <a:close/>
                  <a:moveTo>
                    <a:pt x="2800350" y="0"/>
                  </a:moveTo>
                  <a:lnTo>
                    <a:pt x="2828925" y="0"/>
                  </a:lnTo>
                  <a:lnTo>
                    <a:pt x="2828925" y="28575"/>
                  </a:lnTo>
                  <a:lnTo>
                    <a:pt x="2800350" y="28575"/>
                  </a:lnTo>
                  <a:close/>
                  <a:moveTo>
                    <a:pt x="2857500" y="0"/>
                  </a:moveTo>
                  <a:lnTo>
                    <a:pt x="2886075" y="0"/>
                  </a:lnTo>
                  <a:lnTo>
                    <a:pt x="2886075" y="28575"/>
                  </a:lnTo>
                  <a:lnTo>
                    <a:pt x="2857500" y="28575"/>
                  </a:lnTo>
                  <a:close/>
                  <a:moveTo>
                    <a:pt x="2914650" y="0"/>
                  </a:moveTo>
                  <a:lnTo>
                    <a:pt x="2943225" y="0"/>
                  </a:lnTo>
                  <a:lnTo>
                    <a:pt x="2943225" y="28575"/>
                  </a:lnTo>
                  <a:lnTo>
                    <a:pt x="2914650" y="28575"/>
                  </a:lnTo>
                  <a:close/>
                  <a:moveTo>
                    <a:pt x="2971800" y="0"/>
                  </a:moveTo>
                  <a:lnTo>
                    <a:pt x="3000375" y="0"/>
                  </a:lnTo>
                  <a:lnTo>
                    <a:pt x="3000375" y="28575"/>
                  </a:lnTo>
                  <a:lnTo>
                    <a:pt x="2971800" y="28575"/>
                  </a:lnTo>
                  <a:close/>
                  <a:moveTo>
                    <a:pt x="3028950" y="0"/>
                  </a:moveTo>
                  <a:lnTo>
                    <a:pt x="3057525" y="0"/>
                  </a:lnTo>
                  <a:lnTo>
                    <a:pt x="3057525" y="28575"/>
                  </a:lnTo>
                  <a:lnTo>
                    <a:pt x="3028950" y="28575"/>
                  </a:lnTo>
                  <a:close/>
                  <a:moveTo>
                    <a:pt x="3086100" y="0"/>
                  </a:moveTo>
                  <a:lnTo>
                    <a:pt x="3114675" y="0"/>
                  </a:lnTo>
                  <a:lnTo>
                    <a:pt x="3114675" y="28575"/>
                  </a:lnTo>
                  <a:lnTo>
                    <a:pt x="3086100" y="28575"/>
                  </a:lnTo>
                  <a:close/>
                  <a:moveTo>
                    <a:pt x="3143250" y="0"/>
                  </a:moveTo>
                  <a:lnTo>
                    <a:pt x="3171825" y="0"/>
                  </a:lnTo>
                  <a:lnTo>
                    <a:pt x="3171825" y="28575"/>
                  </a:lnTo>
                  <a:lnTo>
                    <a:pt x="3143250" y="28575"/>
                  </a:lnTo>
                  <a:close/>
                  <a:moveTo>
                    <a:pt x="3200400" y="0"/>
                  </a:moveTo>
                  <a:lnTo>
                    <a:pt x="3228975" y="0"/>
                  </a:lnTo>
                  <a:lnTo>
                    <a:pt x="3228975" y="28575"/>
                  </a:lnTo>
                  <a:lnTo>
                    <a:pt x="3200400" y="28575"/>
                  </a:lnTo>
                  <a:close/>
                  <a:moveTo>
                    <a:pt x="3257550" y="0"/>
                  </a:moveTo>
                  <a:lnTo>
                    <a:pt x="3286125" y="0"/>
                  </a:lnTo>
                  <a:lnTo>
                    <a:pt x="3286125" y="28575"/>
                  </a:lnTo>
                  <a:lnTo>
                    <a:pt x="3257550" y="28575"/>
                  </a:lnTo>
                  <a:close/>
                  <a:moveTo>
                    <a:pt x="3314700" y="0"/>
                  </a:moveTo>
                  <a:lnTo>
                    <a:pt x="3343275" y="0"/>
                  </a:lnTo>
                  <a:lnTo>
                    <a:pt x="3343275" y="28575"/>
                  </a:lnTo>
                  <a:lnTo>
                    <a:pt x="3314700" y="28575"/>
                  </a:lnTo>
                  <a:close/>
                  <a:moveTo>
                    <a:pt x="3371850" y="0"/>
                  </a:moveTo>
                  <a:lnTo>
                    <a:pt x="3400425" y="0"/>
                  </a:lnTo>
                  <a:lnTo>
                    <a:pt x="3400425" y="28575"/>
                  </a:lnTo>
                  <a:lnTo>
                    <a:pt x="3371850" y="28575"/>
                  </a:lnTo>
                  <a:close/>
                  <a:moveTo>
                    <a:pt x="3429000" y="0"/>
                  </a:moveTo>
                  <a:lnTo>
                    <a:pt x="3456051" y="0"/>
                  </a:lnTo>
                  <a:lnTo>
                    <a:pt x="3456051" y="28575"/>
                  </a:lnTo>
                  <a:lnTo>
                    <a:pt x="3429000" y="28575"/>
                  </a:lnTo>
                  <a:close/>
                  <a:moveTo>
                    <a:pt x="0" y="0"/>
                  </a:moveTo>
                  <a:lnTo>
                    <a:pt x="28575" y="0"/>
                  </a:lnTo>
                  <a:lnTo>
                    <a:pt x="28575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332956" y="6538646"/>
            <a:ext cx="3163824" cy="10668"/>
            <a:chOff x="0" y="0"/>
            <a:chExt cx="3163824" cy="106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63824" cy="10668"/>
            </a:xfrm>
            <a:custGeom>
              <a:avLst/>
              <a:gdLst/>
              <a:ahLst/>
              <a:cxnLst/>
              <a:rect r="r" b="b" t="t" l="l"/>
              <a:pathLst>
                <a:path h="10668" w="3163824">
                  <a:moveTo>
                    <a:pt x="2372868" y="0"/>
                  </a:moveTo>
                  <a:lnTo>
                    <a:pt x="1581912" y="0"/>
                  </a:lnTo>
                  <a:lnTo>
                    <a:pt x="790956" y="0"/>
                  </a:lnTo>
                  <a:lnTo>
                    <a:pt x="0" y="0"/>
                  </a:lnTo>
                  <a:lnTo>
                    <a:pt x="0" y="10668"/>
                  </a:lnTo>
                  <a:lnTo>
                    <a:pt x="790956" y="10668"/>
                  </a:lnTo>
                  <a:lnTo>
                    <a:pt x="1581912" y="10668"/>
                  </a:lnTo>
                  <a:lnTo>
                    <a:pt x="2372868" y="10668"/>
                  </a:lnTo>
                  <a:lnTo>
                    <a:pt x="3163824" y="10668"/>
                  </a:lnTo>
                  <a:lnTo>
                    <a:pt x="3163824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32956" y="6298340"/>
            <a:ext cx="3226889" cy="272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b="true" sz="1596" spc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  <a:hlinkClick r:id="rId9" tooltip="https://www.expoasa.com.br/ideasun"/>
              </a:rPr>
              <a:t>www.expoasa.com.br/ideasun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48728" y="1463040"/>
            <a:ext cx="7303740" cy="123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A EQUIPE DEVERÁ APRESENTAR QUAL A SOLUÇÃO PARA O PROBLEMA TRABALHADO DENTRO DO TEMA DE SUA CATEGORIA. DESTACAR OS PONTOS PRINCIPAIS, O FUNCIONAMENTO, DEIXAR CLARO SE É UM PRODUTO, UM PROJETO DE INTERVENÇÃO. APRESENTAR COM CLAREZA AS ATIVIDADES-CHAVES DA SOLUÇÃO.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 (EXCLUIR ESTE TEXTO)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48728" y="571500"/>
            <a:ext cx="735747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spc="1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PROPOSTA/ PROJETO/ PRODUTO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48728" y="1038225"/>
            <a:ext cx="7303740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Descrever a solução proposta pela equipe.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75594" y="3689413"/>
            <a:ext cx="7303740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true">
                <a:solidFill>
                  <a:srgbClr val="DD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NÚMERO MÁXIMO DE SLIDES PERMITIDOS PARA PROPOSTA/ PROJETO/ PRODUTO= 2</a:t>
            </a:r>
          </a:p>
          <a:p>
            <a:pPr algn="ctr">
              <a:lnSpc>
                <a:spcPts val="2660"/>
              </a:lnSpc>
            </a:pPr>
            <a:r>
              <a:rPr lang="en-US" sz="1900" b="true">
                <a:solidFill>
                  <a:srgbClr val="DD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(EXCLUIR ESTE TEXTO)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65108" y="5963412"/>
            <a:ext cx="3127248" cy="765048"/>
          </a:xfrm>
          <a:custGeom>
            <a:avLst/>
            <a:gdLst/>
            <a:ahLst/>
            <a:cxnLst/>
            <a:rect r="r" b="b" t="t" l="l"/>
            <a:pathLst>
              <a:path h="765048" w="3127248">
                <a:moveTo>
                  <a:pt x="0" y="0"/>
                </a:moveTo>
                <a:lnTo>
                  <a:pt x="3127248" y="0"/>
                </a:lnTo>
                <a:lnTo>
                  <a:pt x="3127248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 descr="Uma imagem contendo Interface gráfica do usuário  Descrição gerada automaticamente"/>
          <p:cNvSpPr/>
          <p:nvPr/>
        </p:nvSpPr>
        <p:spPr>
          <a:xfrm flipH="false" flipV="false" rot="0">
            <a:off x="9913344" y="6131138"/>
            <a:ext cx="1949806" cy="469230"/>
          </a:xfrm>
          <a:custGeom>
            <a:avLst/>
            <a:gdLst/>
            <a:ahLst/>
            <a:cxnLst/>
            <a:rect r="r" b="b" t="t" l="l"/>
            <a:pathLst>
              <a:path h="469230" w="1949806">
                <a:moveTo>
                  <a:pt x="0" y="0"/>
                </a:moveTo>
                <a:lnTo>
                  <a:pt x="1949805" y="0"/>
                </a:lnTo>
                <a:lnTo>
                  <a:pt x="1949805" y="469230"/>
                </a:lnTo>
                <a:lnTo>
                  <a:pt x="0" y="469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 descr="Logotipo  Descrição gerada automaticamente"/>
          <p:cNvSpPr/>
          <p:nvPr/>
        </p:nvSpPr>
        <p:spPr>
          <a:xfrm flipH="false" flipV="false" rot="0">
            <a:off x="8966416" y="6091666"/>
            <a:ext cx="893674" cy="583282"/>
          </a:xfrm>
          <a:custGeom>
            <a:avLst/>
            <a:gdLst/>
            <a:ahLst/>
            <a:cxnLst/>
            <a:rect r="r" b="b" t="t" l="l"/>
            <a:pathLst>
              <a:path h="583282" w="893674">
                <a:moveTo>
                  <a:pt x="0" y="0"/>
                </a:moveTo>
                <a:lnTo>
                  <a:pt x="893674" y="0"/>
                </a:lnTo>
                <a:lnTo>
                  <a:pt x="893674" y="583283"/>
                </a:lnTo>
                <a:lnTo>
                  <a:pt x="0" y="583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6116" y="5963412"/>
            <a:ext cx="1944624" cy="765048"/>
          </a:xfrm>
          <a:custGeom>
            <a:avLst/>
            <a:gdLst/>
            <a:ahLst/>
            <a:cxnLst/>
            <a:rect r="r" b="b" t="t" l="l"/>
            <a:pathLst>
              <a:path h="765048" w="1944624">
                <a:moveTo>
                  <a:pt x="0" y="0"/>
                </a:moveTo>
                <a:lnTo>
                  <a:pt x="1944624" y="0"/>
                </a:lnTo>
                <a:lnTo>
                  <a:pt x="1944624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 descr="Forma  Descrição gerada automaticamente com confiança média"/>
          <p:cNvSpPr/>
          <p:nvPr/>
        </p:nvSpPr>
        <p:spPr>
          <a:xfrm flipH="false" flipV="false" rot="0">
            <a:off x="4148728" y="6075950"/>
            <a:ext cx="583501" cy="526447"/>
          </a:xfrm>
          <a:custGeom>
            <a:avLst/>
            <a:gdLst/>
            <a:ahLst/>
            <a:cxnLst/>
            <a:rect r="r" b="b" t="t" l="l"/>
            <a:pathLst>
              <a:path h="526447" w="583501">
                <a:moveTo>
                  <a:pt x="0" y="0"/>
                </a:moveTo>
                <a:lnTo>
                  <a:pt x="583502" y="0"/>
                </a:lnTo>
                <a:lnTo>
                  <a:pt x="583502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"/>
            </a:stretch>
          </a:blipFill>
        </p:spPr>
      </p:sp>
      <p:sp>
        <p:nvSpPr>
          <p:cNvPr name="Freeform 7" id="7" descr="Forma, Logotipo  O conteúdo gerado por IA pode estar incorreto."/>
          <p:cNvSpPr/>
          <p:nvPr/>
        </p:nvSpPr>
        <p:spPr>
          <a:xfrm flipH="false" flipV="false" rot="0">
            <a:off x="5029505" y="6091666"/>
            <a:ext cx="766924" cy="526447"/>
          </a:xfrm>
          <a:custGeom>
            <a:avLst/>
            <a:gdLst/>
            <a:ahLst/>
            <a:cxnLst/>
            <a:rect r="r" b="b" t="t" l="l"/>
            <a:pathLst>
              <a:path h="526447" w="766924">
                <a:moveTo>
                  <a:pt x="0" y="0"/>
                </a:moveTo>
                <a:lnTo>
                  <a:pt x="766924" y="0"/>
                </a:lnTo>
                <a:lnTo>
                  <a:pt x="766924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"/>
            </a:stretch>
          </a:blipFill>
        </p:spPr>
      </p:sp>
      <p:sp>
        <p:nvSpPr>
          <p:cNvPr name="Freeform 8" id="8" descr="Logotipo  O conteúdo gerado por IA pode estar incorreto."/>
          <p:cNvSpPr/>
          <p:nvPr/>
        </p:nvSpPr>
        <p:spPr>
          <a:xfrm flipH="false" flipV="false" rot="0">
            <a:off x="0" y="0"/>
            <a:ext cx="3810000" cy="6858000"/>
          </a:xfrm>
          <a:custGeom>
            <a:avLst/>
            <a:gdLst/>
            <a:ahLst/>
            <a:cxnLst/>
            <a:rect r="r" b="b" t="t" l="l"/>
            <a:pathLst>
              <a:path h="6858000" w="3810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8840" y="6109316"/>
            <a:ext cx="3456003" cy="29299"/>
            <a:chOff x="0" y="0"/>
            <a:chExt cx="3456000" cy="292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56051" cy="28575"/>
            </a:xfrm>
            <a:custGeom>
              <a:avLst/>
              <a:gdLst/>
              <a:ahLst/>
              <a:cxnLst/>
              <a:rect r="r" b="b" t="t" l="l"/>
              <a:pathLst>
                <a:path h="28575" w="3456051">
                  <a:moveTo>
                    <a:pt x="57150" y="0"/>
                  </a:moveTo>
                  <a:lnTo>
                    <a:pt x="85725" y="0"/>
                  </a:lnTo>
                  <a:lnTo>
                    <a:pt x="85725" y="28575"/>
                  </a:lnTo>
                  <a:lnTo>
                    <a:pt x="57150" y="28575"/>
                  </a:lnTo>
                  <a:close/>
                  <a:moveTo>
                    <a:pt x="114300" y="0"/>
                  </a:moveTo>
                  <a:lnTo>
                    <a:pt x="142875" y="0"/>
                  </a:lnTo>
                  <a:lnTo>
                    <a:pt x="142875" y="28575"/>
                  </a:lnTo>
                  <a:lnTo>
                    <a:pt x="114300" y="28575"/>
                  </a:lnTo>
                  <a:close/>
                  <a:moveTo>
                    <a:pt x="171450" y="0"/>
                  </a:moveTo>
                  <a:lnTo>
                    <a:pt x="200025" y="0"/>
                  </a:lnTo>
                  <a:lnTo>
                    <a:pt x="200025" y="28575"/>
                  </a:lnTo>
                  <a:lnTo>
                    <a:pt x="171450" y="28575"/>
                  </a:lnTo>
                  <a:close/>
                  <a:moveTo>
                    <a:pt x="228600" y="0"/>
                  </a:moveTo>
                  <a:lnTo>
                    <a:pt x="257175" y="0"/>
                  </a:lnTo>
                  <a:lnTo>
                    <a:pt x="257175" y="28575"/>
                  </a:lnTo>
                  <a:lnTo>
                    <a:pt x="228600" y="28575"/>
                  </a:lnTo>
                  <a:close/>
                  <a:moveTo>
                    <a:pt x="285750" y="0"/>
                  </a:moveTo>
                  <a:lnTo>
                    <a:pt x="314325" y="0"/>
                  </a:lnTo>
                  <a:lnTo>
                    <a:pt x="314325" y="28575"/>
                  </a:lnTo>
                  <a:lnTo>
                    <a:pt x="285750" y="28575"/>
                  </a:lnTo>
                  <a:close/>
                  <a:moveTo>
                    <a:pt x="342900" y="0"/>
                  </a:moveTo>
                  <a:lnTo>
                    <a:pt x="371475" y="0"/>
                  </a:lnTo>
                  <a:lnTo>
                    <a:pt x="371475" y="28575"/>
                  </a:lnTo>
                  <a:lnTo>
                    <a:pt x="342900" y="28575"/>
                  </a:lnTo>
                  <a:close/>
                  <a:moveTo>
                    <a:pt x="400050" y="0"/>
                  </a:moveTo>
                  <a:lnTo>
                    <a:pt x="428625" y="0"/>
                  </a:lnTo>
                  <a:lnTo>
                    <a:pt x="428625" y="28575"/>
                  </a:lnTo>
                  <a:lnTo>
                    <a:pt x="400050" y="28575"/>
                  </a:lnTo>
                  <a:close/>
                  <a:moveTo>
                    <a:pt x="457200" y="0"/>
                  </a:moveTo>
                  <a:lnTo>
                    <a:pt x="485775" y="0"/>
                  </a:lnTo>
                  <a:lnTo>
                    <a:pt x="485775" y="28575"/>
                  </a:lnTo>
                  <a:lnTo>
                    <a:pt x="457200" y="28575"/>
                  </a:lnTo>
                  <a:close/>
                  <a:moveTo>
                    <a:pt x="514350" y="0"/>
                  </a:moveTo>
                  <a:lnTo>
                    <a:pt x="542925" y="0"/>
                  </a:lnTo>
                  <a:lnTo>
                    <a:pt x="542925" y="28575"/>
                  </a:lnTo>
                  <a:lnTo>
                    <a:pt x="514350" y="28575"/>
                  </a:lnTo>
                  <a:close/>
                  <a:moveTo>
                    <a:pt x="571500" y="0"/>
                  </a:moveTo>
                  <a:lnTo>
                    <a:pt x="600075" y="0"/>
                  </a:lnTo>
                  <a:lnTo>
                    <a:pt x="600075" y="28575"/>
                  </a:lnTo>
                  <a:lnTo>
                    <a:pt x="571500" y="28575"/>
                  </a:lnTo>
                  <a:close/>
                  <a:moveTo>
                    <a:pt x="628650" y="0"/>
                  </a:moveTo>
                  <a:lnTo>
                    <a:pt x="657225" y="0"/>
                  </a:lnTo>
                  <a:lnTo>
                    <a:pt x="657225" y="28575"/>
                  </a:lnTo>
                  <a:lnTo>
                    <a:pt x="628650" y="28575"/>
                  </a:lnTo>
                  <a:close/>
                  <a:moveTo>
                    <a:pt x="685800" y="0"/>
                  </a:moveTo>
                  <a:lnTo>
                    <a:pt x="714375" y="0"/>
                  </a:lnTo>
                  <a:lnTo>
                    <a:pt x="714375" y="28575"/>
                  </a:lnTo>
                  <a:lnTo>
                    <a:pt x="685800" y="28575"/>
                  </a:lnTo>
                  <a:close/>
                  <a:moveTo>
                    <a:pt x="742950" y="0"/>
                  </a:moveTo>
                  <a:lnTo>
                    <a:pt x="771525" y="0"/>
                  </a:lnTo>
                  <a:lnTo>
                    <a:pt x="771525" y="28575"/>
                  </a:lnTo>
                  <a:lnTo>
                    <a:pt x="742950" y="28575"/>
                  </a:lnTo>
                  <a:close/>
                  <a:moveTo>
                    <a:pt x="800100" y="0"/>
                  </a:moveTo>
                  <a:lnTo>
                    <a:pt x="828675" y="0"/>
                  </a:lnTo>
                  <a:lnTo>
                    <a:pt x="828675" y="28575"/>
                  </a:lnTo>
                  <a:lnTo>
                    <a:pt x="800100" y="28575"/>
                  </a:lnTo>
                  <a:close/>
                  <a:moveTo>
                    <a:pt x="857250" y="0"/>
                  </a:moveTo>
                  <a:lnTo>
                    <a:pt x="885825" y="0"/>
                  </a:lnTo>
                  <a:lnTo>
                    <a:pt x="885825" y="28575"/>
                  </a:lnTo>
                  <a:lnTo>
                    <a:pt x="857250" y="28575"/>
                  </a:lnTo>
                  <a:close/>
                  <a:moveTo>
                    <a:pt x="914400" y="0"/>
                  </a:moveTo>
                  <a:lnTo>
                    <a:pt x="942975" y="0"/>
                  </a:lnTo>
                  <a:lnTo>
                    <a:pt x="942975" y="28575"/>
                  </a:lnTo>
                  <a:lnTo>
                    <a:pt x="914400" y="28575"/>
                  </a:lnTo>
                  <a:close/>
                  <a:moveTo>
                    <a:pt x="971550" y="0"/>
                  </a:moveTo>
                  <a:lnTo>
                    <a:pt x="1000125" y="0"/>
                  </a:lnTo>
                  <a:lnTo>
                    <a:pt x="1000125" y="28575"/>
                  </a:lnTo>
                  <a:lnTo>
                    <a:pt x="971550" y="28575"/>
                  </a:lnTo>
                  <a:close/>
                  <a:moveTo>
                    <a:pt x="1028700" y="0"/>
                  </a:moveTo>
                  <a:lnTo>
                    <a:pt x="1057275" y="0"/>
                  </a:lnTo>
                  <a:lnTo>
                    <a:pt x="1057275" y="28575"/>
                  </a:lnTo>
                  <a:lnTo>
                    <a:pt x="1028700" y="28575"/>
                  </a:lnTo>
                  <a:close/>
                  <a:moveTo>
                    <a:pt x="1085850" y="0"/>
                  </a:moveTo>
                  <a:lnTo>
                    <a:pt x="1114425" y="0"/>
                  </a:lnTo>
                  <a:lnTo>
                    <a:pt x="1114425" y="28575"/>
                  </a:lnTo>
                  <a:lnTo>
                    <a:pt x="1085850" y="28575"/>
                  </a:lnTo>
                  <a:close/>
                  <a:moveTo>
                    <a:pt x="1143000" y="0"/>
                  </a:moveTo>
                  <a:lnTo>
                    <a:pt x="1171575" y="0"/>
                  </a:lnTo>
                  <a:lnTo>
                    <a:pt x="1171575" y="28575"/>
                  </a:lnTo>
                  <a:lnTo>
                    <a:pt x="1143000" y="28575"/>
                  </a:lnTo>
                  <a:close/>
                  <a:moveTo>
                    <a:pt x="1200150" y="0"/>
                  </a:moveTo>
                  <a:lnTo>
                    <a:pt x="1228725" y="0"/>
                  </a:lnTo>
                  <a:lnTo>
                    <a:pt x="1228725" y="28575"/>
                  </a:lnTo>
                  <a:lnTo>
                    <a:pt x="1200150" y="28575"/>
                  </a:lnTo>
                  <a:close/>
                  <a:moveTo>
                    <a:pt x="1257300" y="0"/>
                  </a:moveTo>
                  <a:lnTo>
                    <a:pt x="1285875" y="0"/>
                  </a:lnTo>
                  <a:lnTo>
                    <a:pt x="1285875" y="28575"/>
                  </a:lnTo>
                  <a:lnTo>
                    <a:pt x="1257300" y="28575"/>
                  </a:lnTo>
                  <a:close/>
                  <a:moveTo>
                    <a:pt x="1314450" y="0"/>
                  </a:moveTo>
                  <a:lnTo>
                    <a:pt x="1343025" y="0"/>
                  </a:lnTo>
                  <a:lnTo>
                    <a:pt x="1343025" y="28575"/>
                  </a:lnTo>
                  <a:lnTo>
                    <a:pt x="1314450" y="28575"/>
                  </a:lnTo>
                  <a:close/>
                  <a:moveTo>
                    <a:pt x="1371600" y="0"/>
                  </a:moveTo>
                  <a:lnTo>
                    <a:pt x="1400175" y="0"/>
                  </a:lnTo>
                  <a:lnTo>
                    <a:pt x="1400175" y="28575"/>
                  </a:lnTo>
                  <a:lnTo>
                    <a:pt x="1371600" y="28575"/>
                  </a:lnTo>
                  <a:close/>
                  <a:moveTo>
                    <a:pt x="1428750" y="0"/>
                  </a:moveTo>
                  <a:lnTo>
                    <a:pt x="1457325" y="0"/>
                  </a:lnTo>
                  <a:lnTo>
                    <a:pt x="1457325" y="28575"/>
                  </a:lnTo>
                  <a:lnTo>
                    <a:pt x="1428750" y="28575"/>
                  </a:lnTo>
                  <a:close/>
                  <a:moveTo>
                    <a:pt x="1485900" y="0"/>
                  </a:moveTo>
                  <a:lnTo>
                    <a:pt x="1514475" y="0"/>
                  </a:lnTo>
                  <a:lnTo>
                    <a:pt x="1514475" y="28575"/>
                  </a:lnTo>
                  <a:lnTo>
                    <a:pt x="1485900" y="28575"/>
                  </a:lnTo>
                  <a:close/>
                  <a:moveTo>
                    <a:pt x="1543050" y="0"/>
                  </a:moveTo>
                  <a:lnTo>
                    <a:pt x="1571625" y="0"/>
                  </a:lnTo>
                  <a:lnTo>
                    <a:pt x="1571625" y="28575"/>
                  </a:lnTo>
                  <a:lnTo>
                    <a:pt x="1543050" y="28575"/>
                  </a:lnTo>
                  <a:close/>
                  <a:moveTo>
                    <a:pt x="1600200" y="0"/>
                  </a:moveTo>
                  <a:lnTo>
                    <a:pt x="1628775" y="0"/>
                  </a:lnTo>
                  <a:lnTo>
                    <a:pt x="1628775" y="28575"/>
                  </a:lnTo>
                  <a:lnTo>
                    <a:pt x="1600200" y="28575"/>
                  </a:lnTo>
                  <a:close/>
                  <a:moveTo>
                    <a:pt x="1657350" y="0"/>
                  </a:moveTo>
                  <a:lnTo>
                    <a:pt x="1685925" y="0"/>
                  </a:lnTo>
                  <a:lnTo>
                    <a:pt x="1685925" y="28575"/>
                  </a:lnTo>
                  <a:lnTo>
                    <a:pt x="1657350" y="28575"/>
                  </a:lnTo>
                  <a:close/>
                  <a:moveTo>
                    <a:pt x="1714500" y="0"/>
                  </a:moveTo>
                  <a:lnTo>
                    <a:pt x="1743075" y="0"/>
                  </a:lnTo>
                  <a:lnTo>
                    <a:pt x="1743075" y="28575"/>
                  </a:lnTo>
                  <a:lnTo>
                    <a:pt x="1714500" y="28575"/>
                  </a:lnTo>
                  <a:close/>
                  <a:moveTo>
                    <a:pt x="1771650" y="0"/>
                  </a:moveTo>
                  <a:lnTo>
                    <a:pt x="1800225" y="0"/>
                  </a:lnTo>
                  <a:lnTo>
                    <a:pt x="1800225" y="28575"/>
                  </a:lnTo>
                  <a:lnTo>
                    <a:pt x="1771650" y="28575"/>
                  </a:lnTo>
                  <a:close/>
                  <a:moveTo>
                    <a:pt x="1828800" y="0"/>
                  </a:moveTo>
                  <a:lnTo>
                    <a:pt x="1857375" y="0"/>
                  </a:lnTo>
                  <a:lnTo>
                    <a:pt x="1857375" y="28575"/>
                  </a:lnTo>
                  <a:lnTo>
                    <a:pt x="1828800" y="28575"/>
                  </a:lnTo>
                  <a:close/>
                  <a:moveTo>
                    <a:pt x="1885950" y="0"/>
                  </a:moveTo>
                  <a:lnTo>
                    <a:pt x="1914525" y="0"/>
                  </a:lnTo>
                  <a:lnTo>
                    <a:pt x="1914525" y="28575"/>
                  </a:lnTo>
                  <a:lnTo>
                    <a:pt x="1885950" y="28575"/>
                  </a:lnTo>
                  <a:close/>
                  <a:moveTo>
                    <a:pt x="1943100" y="0"/>
                  </a:moveTo>
                  <a:lnTo>
                    <a:pt x="1971675" y="0"/>
                  </a:lnTo>
                  <a:lnTo>
                    <a:pt x="1971675" y="28575"/>
                  </a:lnTo>
                  <a:lnTo>
                    <a:pt x="1943100" y="28575"/>
                  </a:lnTo>
                  <a:close/>
                  <a:moveTo>
                    <a:pt x="2000250" y="0"/>
                  </a:moveTo>
                  <a:lnTo>
                    <a:pt x="2028825" y="0"/>
                  </a:lnTo>
                  <a:lnTo>
                    <a:pt x="2028825" y="28575"/>
                  </a:lnTo>
                  <a:lnTo>
                    <a:pt x="2000250" y="28575"/>
                  </a:lnTo>
                  <a:close/>
                  <a:moveTo>
                    <a:pt x="2057400" y="0"/>
                  </a:moveTo>
                  <a:lnTo>
                    <a:pt x="2085975" y="0"/>
                  </a:lnTo>
                  <a:lnTo>
                    <a:pt x="2085975" y="28575"/>
                  </a:lnTo>
                  <a:lnTo>
                    <a:pt x="2057400" y="28575"/>
                  </a:lnTo>
                  <a:close/>
                  <a:moveTo>
                    <a:pt x="2114550" y="0"/>
                  </a:moveTo>
                  <a:lnTo>
                    <a:pt x="2143125" y="0"/>
                  </a:lnTo>
                  <a:lnTo>
                    <a:pt x="2143125" y="28575"/>
                  </a:lnTo>
                  <a:lnTo>
                    <a:pt x="2114550" y="28575"/>
                  </a:lnTo>
                  <a:close/>
                  <a:moveTo>
                    <a:pt x="2171700" y="0"/>
                  </a:moveTo>
                  <a:lnTo>
                    <a:pt x="2200275" y="0"/>
                  </a:lnTo>
                  <a:lnTo>
                    <a:pt x="2200275" y="28575"/>
                  </a:lnTo>
                  <a:lnTo>
                    <a:pt x="2171700" y="28575"/>
                  </a:lnTo>
                  <a:close/>
                  <a:moveTo>
                    <a:pt x="2228850" y="0"/>
                  </a:moveTo>
                  <a:lnTo>
                    <a:pt x="2257425" y="0"/>
                  </a:lnTo>
                  <a:lnTo>
                    <a:pt x="2257425" y="28575"/>
                  </a:lnTo>
                  <a:lnTo>
                    <a:pt x="2228850" y="28575"/>
                  </a:lnTo>
                  <a:close/>
                  <a:moveTo>
                    <a:pt x="2286000" y="0"/>
                  </a:moveTo>
                  <a:lnTo>
                    <a:pt x="2314575" y="0"/>
                  </a:lnTo>
                  <a:lnTo>
                    <a:pt x="2314575" y="28575"/>
                  </a:lnTo>
                  <a:lnTo>
                    <a:pt x="2286000" y="28575"/>
                  </a:lnTo>
                  <a:close/>
                  <a:moveTo>
                    <a:pt x="2343150" y="0"/>
                  </a:moveTo>
                  <a:lnTo>
                    <a:pt x="2371725" y="0"/>
                  </a:lnTo>
                  <a:lnTo>
                    <a:pt x="2371725" y="28575"/>
                  </a:lnTo>
                  <a:lnTo>
                    <a:pt x="2343150" y="28575"/>
                  </a:lnTo>
                  <a:close/>
                  <a:moveTo>
                    <a:pt x="2400300" y="0"/>
                  </a:moveTo>
                  <a:lnTo>
                    <a:pt x="2428875" y="0"/>
                  </a:lnTo>
                  <a:lnTo>
                    <a:pt x="2428875" y="28575"/>
                  </a:lnTo>
                  <a:lnTo>
                    <a:pt x="2400300" y="28575"/>
                  </a:lnTo>
                  <a:close/>
                  <a:moveTo>
                    <a:pt x="2457450" y="0"/>
                  </a:moveTo>
                  <a:lnTo>
                    <a:pt x="2486025" y="0"/>
                  </a:lnTo>
                  <a:lnTo>
                    <a:pt x="2486025" y="28575"/>
                  </a:lnTo>
                  <a:lnTo>
                    <a:pt x="2457450" y="28575"/>
                  </a:lnTo>
                  <a:close/>
                  <a:moveTo>
                    <a:pt x="2514600" y="0"/>
                  </a:moveTo>
                  <a:lnTo>
                    <a:pt x="2543175" y="0"/>
                  </a:lnTo>
                  <a:lnTo>
                    <a:pt x="2543175" y="28575"/>
                  </a:lnTo>
                  <a:lnTo>
                    <a:pt x="2514600" y="28575"/>
                  </a:lnTo>
                  <a:close/>
                  <a:moveTo>
                    <a:pt x="2571750" y="0"/>
                  </a:moveTo>
                  <a:lnTo>
                    <a:pt x="2600325" y="0"/>
                  </a:lnTo>
                  <a:lnTo>
                    <a:pt x="2600325" y="28575"/>
                  </a:lnTo>
                  <a:lnTo>
                    <a:pt x="2571750" y="28575"/>
                  </a:lnTo>
                  <a:close/>
                  <a:moveTo>
                    <a:pt x="2628900" y="0"/>
                  </a:moveTo>
                  <a:lnTo>
                    <a:pt x="2657475" y="0"/>
                  </a:lnTo>
                  <a:lnTo>
                    <a:pt x="2657475" y="28575"/>
                  </a:lnTo>
                  <a:lnTo>
                    <a:pt x="2628900" y="28575"/>
                  </a:lnTo>
                  <a:close/>
                  <a:moveTo>
                    <a:pt x="2686050" y="0"/>
                  </a:moveTo>
                  <a:lnTo>
                    <a:pt x="2714625" y="0"/>
                  </a:lnTo>
                  <a:lnTo>
                    <a:pt x="2714625" y="28575"/>
                  </a:lnTo>
                  <a:lnTo>
                    <a:pt x="2686050" y="28575"/>
                  </a:lnTo>
                  <a:close/>
                  <a:moveTo>
                    <a:pt x="2743200" y="0"/>
                  </a:moveTo>
                  <a:lnTo>
                    <a:pt x="2771775" y="0"/>
                  </a:lnTo>
                  <a:lnTo>
                    <a:pt x="2771775" y="28575"/>
                  </a:lnTo>
                  <a:lnTo>
                    <a:pt x="2743200" y="28575"/>
                  </a:lnTo>
                  <a:close/>
                  <a:moveTo>
                    <a:pt x="2800350" y="0"/>
                  </a:moveTo>
                  <a:lnTo>
                    <a:pt x="2828925" y="0"/>
                  </a:lnTo>
                  <a:lnTo>
                    <a:pt x="2828925" y="28575"/>
                  </a:lnTo>
                  <a:lnTo>
                    <a:pt x="2800350" y="28575"/>
                  </a:lnTo>
                  <a:close/>
                  <a:moveTo>
                    <a:pt x="2857500" y="0"/>
                  </a:moveTo>
                  <a:lnTo>
                    <a:pt x="2886075" y="0"/>
                  </a:lnTo>
                  <a:lnTo>
                    <a:pt x="2886075" y="28575"/>
                  </a:lnTo>
                  <a:lnTo>
                    <a:pt x="2857500" y="28575"/>
                  </a:lnTo>
                  <a:close/>
                  <a:moveTo>
                    <a:pt x="2914650" y="0"/>
                  </a:moveTo>
                  <a:lnTo>
                    <a:pt x="2943225" y="0"/>
                  </a:lnTo>
                  <a:lnTo>
                    <a:pt x="2943225" y="28575"/>
                  </a:lnTo>
                  <a:lnTo>
                    <a:pt x="2914650" y="28575"/>
                  </a:lnTo>
                  <a:close/>
                  <a:moveTo>
                    <a:pt x="2971800" y="0"/>
                  </a:moveTo>
                  <a:lnTo>
                    <a:pt x="3000375" y="0"/>
                  </a:lnTo>
                  <a:lnTo>
                    <a:pt x="3000375" y="28575"/>
                  </a:lnTo>
                  <a:lnTo>
                    <a:pt x="2971800" y="28575"/>
                  </a:lnTo>
                  <a:close/>
                  <a:moveTo>
                    <a:pt x="3028950" y="0"/>
                  </a:moveTo>
                  <a:lnTo>
                    <a:pt x="3057525" y="0"/>
                  </a:lnTo>
                  <a:lnTo>
                    <a:pt x="3057525" y="28575"/>
                  </a:lnTo>
                  <a:lnTo>
                    <a:pt x="3028950" y="28575"/>
                  </a:lnTo>
                  <a:close/>
                  <a:moveTo>
                    <a:pt x="3086100" y="0"/>
                  </a:moveTo>
                  <a:lnTo>
                    <a:pt x="3114675" y="0"/>
                  </a:lnTo>
                  <a:lnTo>
                    <a:pt x="3114675" y="28575"/>
                  </a:lnTo>
                  <a:lnTo>
                    <a:pt x="3086100" y="28575"/>
                  </a:lnTo>
                  <a:close/>
                  <a:moveTo>
                    <a:pt x="3143250" y="0"/>
                  </a:moveTo>
                  <a:lnTo>
                    <a:pt x="3171825" y="0"/>
                  </a:lnTo>
                  <a:lnTo>
                    <a:pt x="3171825" y="28575"/>
                  </a:lnTo>
                  <a:lnTo>
                    <a:pt x="3143250" y="28575"/>
                  </a:lnTo>
                  <a:close/>
                  <a:moveTo>
                    <a:pt x="3200400" y="0"/>
                  </a:moveTo>
                  <a:lnTo>
                    <a:pt x="3228975" y="0"/>
                  </a:lnTo>
                  <a:lnTo>
                    <a:pt x="3228975" y="28575"/>
                  </a:lnTo>
                  <a:lnTo>
                    <a:pt x="3200400" y="28575"/>
                  </a:lnTo>
                  <a:close/>
                  <a:moveTo>
                    <a:pt x="3257550" y="0"/>
                  </a:moveTo>
                  <a:lnTo>
                    <a:pt x="3286125" y="0"/>
                  </a:lnTo>
                  <a:lnTo>
                    <a:pt x="3286125" y="28575"/>
                  </a:lnTo>
                  <a:lnTo>
                    <a:pt x="3257550" y="28575"/>
                  </a:lnTo>
                  <a:close/>
                  <a:moveTo>
                    <a:pt x="3314700" y="0"/>
                  </a:moveTo>
                  <a:lnTo>
                    <a:pt x="3343275" y="0"/>
                  </a:lnTo>
                  <a:lnTo>
                    <a:pt x="3343275" y="28575"/>
                  </a:lnTo>
                  <a:lnTo>
                    <a:pt x="3314700" y="28575"/>
                  </a:lnTo>
                  <a:close/>
                  <a:moveTo>
                    <a:pt x="3371850" y="0"/>
                  </a:moveTo>
                  <a:lnTo>
                    <a:pt x="3400425" y="0"/>
                  </a:lnTo>
                  <a:lnTo>
                    <a:pt x="3400425" y="28575"/>
                  </a:lnTo>
                  <a:lnTo>
                    <a:pt x="3371850" y="28575"/>
                  </a:lnTo>
                  <a:close/>
                  <a:moveTo>
                    <a:pt x="3429000" y="0"/>
                  </a:moveTo>
                  <a:lnTo>
                    <a:pt x="3456051" y="0"/>
                  </a:lnTo>
                  <a:lnTo>
                    <a:pt x="3456051" y="28575"/>
                  </a:lnTo>
                  <a:lnTo>
                    <a:pt x="3429000" y="28575"/>
                  </a:lnTo>
                  <a:close/>
                  <a:moveTo>
                    <a:pt x="0" y="0"/>
                  </a:moveTo>
                  <a:lnTo>
                    <a:pt x="28575" y="0"/>
                  </a:lnTo>
                  <a:lnTo>
                    <a:pt x="28575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332956" y="6538646"/>
            <a:ext cx="3163824" cy="10668"/>
            <a:chOff x="0" y="0"/>
            <a:chExt cx="3163824" cy="106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63824" cy="10668"/>
            </a:xfrm>
            <a:custGeom>
              <a:avLst/>
              <a:gdLst/>
              <a:ahLst/>
              <a:cxnLst/>
              <a:rect r="r" b="b" t="t" l="l"/>
              <a:pathLst>
                <a:path h="10668" w="3163824">
                  <a:moveTo>
                    <a:pt x="2372868" y="0"/>
                  </a:moveTo>
                  <a:lnTo>
                    <a:pt x="1581912" y="0"/>
                  </a:lnTo>
                  <a:lnTo>
                    <a:pt x="790956" y="0"/>
                  </a:lnTo>
                  <a:lnTo>
                    <a:pt x="0" y="0"/>
                  </a:lnTo>
                  <a:lnTo>
                    <a:pt x="0" y="10668"/>
                  </a:lnTo>
                  <a:lnTo>
                    <a:pt x="790956" y="10668"/>
                  </a:lnTo>
                  <a:lnTo>
                    <a:pt x="1581912" y="10668"/>
                  </a:lnTo>
                  <a:lnTo>
                    <a:pt x="2372868" y="10668"/>
                  </a:lnTo>
                  <a:lnTo>
                    <a:pt x="3163824" y="10668"/>
                  </a:lnTo>
                  <a:lnTo>
                    <a:pt x="3163824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32956" y="6298340"/>
            <a:ext cx="3226889" cy="272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b="true" sz="1596" spc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  <a:hlinkClick r:id="rId9" tooltip="https://www.expoasa.com.br/ideasun"/>
              </a:rPr>
              <a:t>www.expoasa.com.br/ideasun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48728" y="1882140"/>
            <a:ext cx="7303740" cy="172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A EQUIPE DEVERÁ APRESENTAR QUAIS SÃO OS RECURSOS PRINCIPAIS PARA DESENVOLVER A SUA SOLUÇÃO. QUAIS PROFISSIONAIS A SOLUÇÃO PRECISA PARA FUNCIONAR? QUAIS OS RECURSOS MATERIAIS E ESPAÇOS FÍSICOS? RECURSOS COMO EQUIPAMENTOS OU INSTALAÇÕES, RECURSOS INTELECTUAIS COMO PATENTES E LICENÇAS, RECURSOS HUMANOS COMO ENGENHEIROS, TÉCNICOS, ENTRE OUTROS PROFISSIONAIS. APRESENTAR SOMENTE O QUE FOR INDISPENSÁVEL.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 (EXCLUIR ESTE TEXTO)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48728" y="571500"/>
            <a:ext cx="735747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spc="1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RECURSOS-CHAVE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48728" y="1038225"/>
            <a:ext cx="7303740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Recursos Humanos, Recursos Materiais, Recursos Intelectuais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65108" y="5963412"/>
            <a:ext cx="3127248" cy="765048"/>
          </a:xfrm>
          <a:custGeom>
            <a:avLst/>
            <a:gdLst/>
            <a:ahLst/>
            <a:cxnLst/>
            <a:rect r="r" b="b" t="t" l="l"/>
            <a:pathLst>
              <a:path h="765048" w="3127248">
                <a:moveTo>
                  <a:pt x="0" y="0"/>
                </a:moveTo>
                <a:lnTo>
                  <a:pt x="3127248" y="0"/>
                </a:lnTo>
                <a:lnTo>
                  <a:pt x="3127248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 descr="Uma imagem contendo Interface gráfica do usuário  Descrição gerada automaticamente"/>
          <p:cNvSpPr/>
          <p:nvPr/>
        </p:nvSpPr>
        <p:spPr>
          <a:xfrm flipH="false" flipV="false" rot="0">
            <a:off x="9913344" y="6131138"/>
            <a:ext cx="1949806" cy="469230"/>
          </a:xfrm>
          <a:custGeom>
            <a:avLst/>
            <a:gdLst/>
            <a:ahLst/>
            <a:cxnLst/>
            <a:rect r="r" b="b" t="t" l="l"/>
            <a:pathLst>
              <a:path h="469230" w="1949806">
                <a:moveTo>
                  <a:pt x="0" y="0"/>
                </a:moveTo>
                <a:lnTo>
                  <a:pt x="1949805" y="0"/>
                </a:lnTo>
                <a:lnTo>
                  <a:pt x="1949805" y="469230"/>
                </a:lnTo>
                <a:lnTo>
                  <a:pt x="0" y="469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 descr="Logotipo  Descrição gerada automaticamente"/>
          <p:cNvSpPr/>
          <p:nvPr/>
        </p:nvSpPr>
        <p:spPr>
          <a:xfrm flipH="false" flipV="false" rot="0">
            <a:off x="8966416" y="6091666"/>
            <a:ext cx="893674" cy="583282"/>
          </a:xfrm>
          <a:custGeom>
            <a:avLst/>
            <a:gdLst/>
            <a:ahLst/>
            <a:cxnLst/>
            <a:rect r="r" b="b" t="t" l="l"/>
            <a:pathLst>
              <a:path h="583282" w="893674">
                <a:moveTo>
                  <a:pt x="0" y="0"/>
                </a:moveTo>
                <a:lnTo>
                  <a:pt x="893674" y="0"/>
                </a:lnTo>
                <a:lnTo>
                  <a:pt x="893674" y="583283"/>
                </a:lnTo>
                <a:lnTo>
                  <a:pt x="0" y="583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6116" y="5963412"/>
            <a:ext cx="1944624" cy="765048"/>
          </a:xfrm>
          <a:custGeom>
            <a:avLst/>
            <a:gdLst/>
            <a:ahLst/>
            <a:cxnLst/>
            <a:rect r="r" b="b" t="t" l="l"/>
            <a:pathLst>
              <a:path h="765048" w="1944624">
                <a:moveTo>
                  <a:pt x="0" y="0"/>
                </a:moveTo>
                <a:lnTo>
                  <a:pt x="1944624" y="0"/>
                </a:lnTo>
                <a:lnTo>
                  <a:pt x="1944624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 descr="Forma  Descrição gerada automaticamente com confiança média"/>
          <p:cNvSpPr/>
          <p:nvPr/>
        </p:nvSpPr>
        <p:spPr>
          <a:xfrm flipH="false" flipV="false" rot="0">
            <a:off x="4148728" y="6075950"/>
            <a:ext cx="583501" cy="526447"/>
          </a:xfrm>
          <a:custGeom>
            <a:avLst/>
            <a:gdLst/>
            <a:ahLst/>
            <a:cxnLst/>
            <a:rect r="r" b="b" t="t" l="l"/>
            <a:pathLst>
              <a:path h="526447" w="583501">
                <a:moveTo>
                  <a:pt x="0" y="0"/>
                </a:moveTo>
                <a:lnTo>
                  <a:pt x="583502" y="0"/>
                </a:lnTo>
                <a:lnTo>
                  <a:pt x="583502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"/>
            </a:stretch>
          </a:blipFill>
        </p:spPr>
      </p:sp>
      <p:sp>
        <p:nvSpPr>
          <p:cNvPr name="Freeform 7" id="7" descr="Forma, Logotipo  O conteúdo gerado por IA pode estar incorreto."/>
          <p:cNvSpPr/>
          <p:nvPr/>
        </p:nvSpPr>
        <p:spPr>
          <a:xfrm flipH="false" flipV="false" rot="0">
            <a:off x="5029505" y="6091666"/>
            <a:ext cx="766924" cy="526447"/>
          </a:xfrm>
          <a:custGeom>
            <a:avLst/>
            <a:gdLst/>
            <a:ahLst/>
            <a:cxnLst/>
            <a:rect r="r" b="b" t="t" l="l"/>
            <a:pathLst>
              <a:path h="526447" w="766924">
                <a:moveTo>
                  <a:pt x="0" y="0"/>
                </a:moveTo>
                <a:lnTo>
                  <a:pt x="766924" y="0"/>
                </a:lnTo>
                <a:lnTo>
                  <a:pt x="766924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"/>
            </a:stretch>
          </a:blipFill>
        </p:spPr>
      </p:sp>
      <p:sp>
        <p:nvSpPr>
          <p:cNvPr name="Freeform 8" id="8" descr="Logotipo  O conteúdo gerado por IA pode estar incorreto."/>
          <p:cNvSpPr/>
          <p:nvPr/>
        </p:nvSpPr>
        <p:spPr>
          <a:xfrm flipH="false" flipV="false" rot="0">
            <a:off x="0" y="0"/>
            <a:ext cx="3810000" cy="6858000"/>
          </a:xfrm>
          <a:custGeom>
            <a:avLst/>
            <a:gdLst/>
            <a:ahLst/>
            <a:cxnLst/>
            <a:rect r="r" b="b" t="t" l="l"/>
            <a:pathLst>
              <a:path h="6858000" w="3810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8840" y="6109316"/>
            <a:ext cx="3456003" cy="29299"/>
            <a:chOff x="0" y="0"/>
            <a:chExt cx="3456000" cy="292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56051" cy="28575"/>
            </a:xfrm>
            <a:custGeom>
              <a:avLst/>
              <a:gdLst/>
              <a:ahLst/>
              <a:cxnLst/>
              <a:rect r="r" b="b" t="t" l="l"/>
              <a:pathLst>
                <a:path h="28575" w="3456051">
                  <a:moveTo>
                    <a:pt x="57150" y="0"/>
                  </a:moveTo>
                  <a:lnTo>
                    <a:pt x="85725" y="0"/>
                  </a:lnTo>
                  <a:lnTo>
                    <a:pt x="85725" y="28575"/>
                  </a:lnTo>
                  <a:lnTo>
                    <a:pt x="57150" y="28575"/>
                  </a:lnTo>
                  <a:close/>
                  <a:moveTo>
                    <a:pt x="114300" y="0"/>
                  </a:moveTo>
                  <a:lnTo>
                    <a:pt x="142875" y="0"/>
                  </a:lnTo>
                  <a:lnTo>
                    <a:pt x="142875" y="28575"/>
                  </a:lnTo>
                  <a:lnTo>
                    <a:pt x="114300" y="28575"/>
                  </a:lnTo>
                  <a:close/>
                  <a:moveTo>
                    <a:pt x="171450" y="0"/>
                  </a:moveTo>
                  <a:lnTo>
                    <a:pt x="200025" y="0"/>
                  </a:lnTo>
                  <a:lnTo>
                    <a:pt x="200025" y="28575"/>
                  </a:lnTo>
                  <a:lnTo>
                    <a:pt x="171450" y="28575"/>
                  </a:lnTo>
                  <a:close/>
                  <a:moveTo>
                    <a:pt x="228600" y="0"/>
                  </a:moveTo>
                  <a:lnTo>
                    <a:pt x="257175" y="0"/>
                  </a:lnTo>
                  <a:lnTo>
                    <a:pt x="257175" y="28575"/>
                  </a:lnTo>
                  <a:lnTo>
                    <a:pt x="228600" y="28575"/>
                  </a:lnTo>
                  <a:close/>
                  <a:moveTo>
                    <a:pt x="285750" y="0"/>
                  </a:moveTo>
                  <a:lnTo>
                    <a:pt x="314325" y="0"/>
                  </a:lnTo>
                  <a:lnTo>
                    <a:pt x="314325" y="28575"/>
                  </a:lnTo>
                  <a:lnTo>
                    <a:pt x="285750" y="28575"/>
                  </a:lnTo>
                  <a:close/>
                  <a:moveTo>
                    <a:pt x="342900" y="0"/>
                  </a:moveTo>
                  <a:lnTo>
                    <a:pt x="371475" y="0"/>
                  </a:lnTo>
                  <a:lnTo>
                    <a:pt x="371475" y="28575"/>
                  </a:lnTo>
                  <a:lnTo>
                    <a:pt x="342900" y="28575"/>
                  </a:lnTo>
                  <a:close/>
                  <a:moveTo>
                    <a:pt x="400050" y="0"/>
                  </a:moveTo>
                  <a:lnTo>
                    <a:pt x="428625" y="0"/>
                  </a:lnTo>
                  <a:lnTo>
                    <a:pt x="428625" y="28575"/>
                  </a:lnTo>
                  <a:lnTo>
                    <a:pt x="400050" y="28575"/>
                  </a:lnTo>
                  <a:close/>
                  <a:moveTo>
                    <a:pt x="457200" y="0"/>
                  </a:moveTo>
                  <a:lnTo>
                    <a:pt x="485775" y="0"/>
                  </a:lnTo>
                  <a:lnTo>
                    <a:pt x="485775" y="28575"/>
                  </a:lnTo>
                  <a:lnTo>
                    <a:pt x="457200" y="28575"/>
                  </a:lnTo>
                  <a:close/>
                  <a:moveTo>
                    <a:pt x="514350" y="0"/>
                  </a:moveTo>
                  <a:lnTo>
                    <a:pt x="542925" y="0"/>
                  </a:lnTo>
                  <a:lnTo>
                    <a:pt x="542925" y="28575"/>
                  </a:lnTo>
                  <a:lnTo>
                    <a:pt x="514350" y="28575"/>
                  </a:lnTo>
                  <a:close/>
                  <a:moveTo>
                    <a:pt x="571500" y="0"/>
                  </a:moveTo>
                  <a:lnTo>
                    <a:pt x="600075" y="0"/>
                  </a:lnTo>
                  <a:lnTo>
                    <a:pt x="600075" y="28575"/>
                  </a:lnTo>
                  <a:lnTo>
                    <a:pt x="571500" y="28575"/>
                  </a:lnTo>
                  <a:close/>
                  <a:moveTo>
                    <a:pt x="628650" y="0"/>
                  </a:moveTo>
                  <a:lnTo>
                    <a:pt x="657225" y="0"/>
                  </a:lnTo>
                  <a:lnTo>
                    <a:pt x="657225" y="28575"/>
                  </a:lnTo>
                  <a:lnTo>
                    <a:pt x="628650" y="28575"/>
                  </a:lnTo>
                  <a:close/>
                  <a:moveTo>
                    <a:pt x="685800" y="0"/>
                  </a:moveTo>
                  <a:lnTo>
                    <a:pt x="714375" y="0"/>
                  </a:lnTo>
                  <a:lnTo>
                    <a:pt x="714375" y="28575"/>
                  </a:lnTo>
                  <a:lnTo>
                    <a:pt x="685800" y="28575"/>
                  </a:lnTo>
                  <a:close/>
                  <a:moveTo>
                    <a:pt x="742950" y="0"/>
                  </a:moveTo>
                  <a:lnTo>
                    <a:pt x="771525" y="0"/>
                  </a:lnTo>
                  <a:lnTo>
                    <a:pt x="771525" y="28575"/>
                  </a:lnTo>
                  <a:lnTo>
                    <a:pt x="742950" y="28575"/>
                  </a:lnTo>
                  <a:close/>
                  <a:moveTo>
                    <a:pt x="800100" y="0"/>
                  </a:moveTo>
                  <a:lnTo>
                    <a:pt x="828675" y="0"/>
                  </a:lnTo>
                  <a:lnTo>
                    <a:pt x="828675" y="28575"/>
                  </a:lnTo>
                  <a:lnTo>
                    <a:pt x="800100" y="28575"/>
                  </a:lnTo>
                  <a:close/>
                  <a:moveTo>
                    <a:pt x="857250" y="0"/>
                  </a:moveTo>
                  <a:lnTo>
                    <a:pt x="885825" y="0"/>
                  </a:lnTo>
                  <a:lnTo>
                    <a:pt x="885825" y="28575"/>
                  </a:lnTo>
                  <a:lnTo>
                    <a:pt x="857250" y="28575"/>
                  </a:lnTo>
                  <a:close/>
                  <a:moveTo>
                    <a:pt x="914400" y="0"/>
                  </a:moveTo>
                  <a:lnTo>
                    <a:pt x="942975" y="0"/>
                  </a:lnTo>
                  <a:lnTo>
                    <a:pt x="942975" y="28575"/>
                  </a:lnTo>
                  <a:lnTo>
                    <a:pt x="914400" y="28575"/>
                  </a:lnTo>
                  <a:close/>
                  <a:moveTo>
                    <a:pt x="971550" y="0"/>
                  </a:moveTo>
                  <a:lnTo>
                    <a:pt x="1000125" y="0"/>
                  </a:lnTo>
                  <a:lnTo>
                    <a:pt x="1000125" y="28575"/>
                  </a:lnTo>
                  <a:lnTo>
                    <a:pt x="971550" y="28575"/>
                  </a:lnTo>
                  <a:close/>
                  <a:moveTo>
                    <a:pt x="1028700" y="0"/>
                  </a:moveTo>
                  <a:lnTo>
                    <a:pt x="1057275" y="0"/>
                  </a:lnTo>
                  <a:lnTo>
                    <a:pt x="1057275" y="28575"/>
                  </a:lnTo>
                  <a:lnTo>
                    <a:pt x="1028700" y="28575"/>
                  </a:lnTo>
                  <a:close/>
                  <a:moveTo>
                    <a:pt x="1085850" y="0"/>
                  </a:moveTo>
                  <a:lnTo>
                    <a:pt x="1114425" y="0"/>
                  </a:lnTo>
                  <a:lnTo>
                    <a:pt x="1114425" y="28575"/>
                  </a:lnTo>
                  <a:lnTo>
                    <a:pt x="1085850" y="28575"/>
                  </a:lnTo>
                  <a:close/>
                  <a:moveTo>
                    <a:pt x="1143000" y="0"/>
                  </a:moveTo>
                  <a:lnTo>
                    <a:pt x="1171575" y="0"/>
                  </a:lnTo>
                  <a:lnTo>
                    <a:pt x="1171575" y="28575"/>
                  </a:lnTo>
                  <a:lnTo>
                    <a:pt x="1143000" y="28575"/>
                  </a:lnTo>
                  <a:close/>
                  <a:moveTo>
                    <a:pt x="1200150" y="0"/>
                  </a:moveTo>
                  <a:lnTo>
                    <a:pt x="1228725" y="0"/>
                  </a:lnTo>
                  <a:lnTo>
                    <a:pt x="1228725" y="28575"/>
                  </a:lnTo>
                  <a:lnTo>
                    <a:pt x="1200150" y="28575"/>
                  </a:lnTo>
                  <a:close/>
                  <a:moveTo>
                    <a:pt x="1257300" y="0"/>
                  </a:moveTo>
                  <a:lnTo>
                    <a:pt x="1285875" y="0"/>
                  </a:lnTo>
                  <a:lnTo>
                    <a:pt x="1285875" y="28575"/>
                  </a:lnTo>
                  <a:lnTo>
                    <a:pt x="1257300" y="28575"/>
                  </a:lnTo>
                  <a:close/>
                  <a:moveTo>
                    <a:pt x="1314450" y="0"/>
                  </a:moveTo>
                  <a:lnTo>
                    <a:pt x="1343025" y="0"/>
                  </a:lnTo>
                  <a:lnTo>
                    <a:pt x="1343025" y="28575"/>
                  </a:lnTo>
                  <a:lnTo>
                    <a:pt x="1314450" y="28575"/>
                  </a:lnTo>
                  <a:close/>
                  <a:moveTo>
                    <a:pt x="1371600" y="0"/>
                  </a:moveTo>
                  <a:lnTo>
                    <a:pt x="1400175" y="0"/>
                  </a:lnTo>
                  <a:lnTo>
                    <a:pt x="1400175" y="28575"/>
                  </a:lnTo>
                  <a:lnTo>
                    <a:pt x="1371600" y="28575"/>
                  </a:lnTo>
                  <a:close/>
                  <a:moveTo>
                    <a:pt x="1428750" y="0"/>
                  </a:moveTo>
                  <a:lnTo>
                    <a:pt x="1457325" y="0"/>
                  </a:lnTo>
                  <a:lnTo>
                    <a:pt x="1457325" y="28575"/>
                  </a:lnTo>
                  <a:lnTo>
                    <a:pt x="1428750" y="28575"/>
                  </a:lnTo>
                  <a:close/>
                  <a:moveTo>
                    <a:pt x="1485900" y="0"/>
                  </a:moveTo>
                  <a:lnTo>
                    <a:pt x="1514475" y="0"/>
                  </a:lnTo>
                  <a:lnTo>
                    <a:pt x="1514475" y="28575"/>
                  </a:lnTo>
                  <a:lnTo>
                    <a:pt x="1485900" y="28575"/>
                  </a:lnTo>
                  <a:close/>
                  <a:moveTo>
                    <a:pt x="1543050" y="0"/>
                  </a:moveTo>
                  <a:lnTo>
                    <a:pt x="1571625" y="0"/>
                  </a:lnTo>
                  <a:lnTo>
                    <a:pt x="1571625" y="28575"/>
                  </a:lnTo>
                  <a:lnTo>
                    <a:pt x="1543050" y="28575"/>
                  </a:lnTo>
                  <a:close/>
                  <a:moveTo>
                    <a:pt x="1600200" y="0"/>
                  </a:moveTo>
                  <a:lnTo>
                    <a:pt x="1628775" y="0"/>
                  </a:lnTo>
                  <a:lnTo>
                    <a:pt x="1628775" y="28575"/>
                  </a:lnTo>
                  <a:lnTo>
                    <a:pt x="1600200" y="28575"/>
                  </a:lnTo>
                  <a:close/>
                  <a:moveTo>
                    <a:pt x="1657350" y="0"/>
                  </a:moveTo>
                  <a:lnTo>
                    <a:pt x="1685925" y="0"/>
                  </a:lnTo>
                  <a:lnTo>
                    <a:pt x="1685925" y="28575"/>
                  </a:lnTo>
                  <a:lnTo>
                    <a:pt x="1657350" y="28575"/>
                  </a:lnTo>
                  <a:close/>
                  <a:moveTo>
                    <a:pt x="1714500" y="0"/>
                  </a:moveTo>
                  <a:lnTo>
                    <a:pt x="1743075" y="0"/>
                  </a:lnTo>
                  <a:lnTo>
                    <a:pt x="1743075" y="28575"/>
                  </a:lnTo>
                  <a:lnTo>
                    <a:pt x="1714500" y="28575"/>
                  </a:lnTo>
                  <a:close/>
                  <a:moveTo>
                    <a:pt x="1771650" y="0"/>
                  </a:moveTo>
                  <a:lnTo>
                    <a:pt x="1800225" y="0"/>
                  </a:lnTo>
                  <a:lnTo>
                    <a:pt x="1800225" y="28575"/>
                  </a:lnTo>
                  <a:lnTo>
                    <a:pt x="1771650" y="28575"/>
                  </a:lnTo>
                  <a:close/>
                  <a:moveTo>
                    <a:pt x="1828800" y="0"/>
                  </a:moveTo>
                  <a:lnTo>
                    <a:pt x="1857375" y="0"/>
                  </a:lnTo>
                  <a:lnTo>
                    <a:pt x="1857375" y="28575"/>
                  </a:lnTo>
                  <a:lnTo>
                    <a:pt x="1828800" y="28575"/>
                  </a:lnTo>
                  <a:close/>
                  <a:moveTo>
                    <a:pt x="1885950" y="0"/>
                  </a:moveTo>
                  <a:lnTo>
                    <a:pt x="1914525" y="0"/>
                  </a:lnTo>
                  <a:lnTo>
                    <a:pt x="1914525" y="28575"/>
                  </a:lnTo>
                  <a:lnTo>
                    <a:pt x="1885950" y="28575"/>
                  </a:lnTo>
                  <a:close/>
                  <a:moveTo>
                    <a:pt x="1943100" y="0"/>
                  </a:moveTo>
                  <a:lnTo>
                    <a:pt x="1971675" y="0"/>
                  </a:lnTo>
                  <a:lnTo>
                    <a:pt x="1971675" y="28575"/>
                  </a:lnTo>
                  <a:lnTo>
                    <a:pt x="1943100" y="28575"/>
                  </a:lnTo>
                  <a:close/>
                  <a:moveTo>
                    <a:pt x="2000250" y="0"/>
                  </a:moveTo>
                  <a:lnTo>
                    <a:pt x="2028825" y="0"/>
                  </a:lnTo>
                  <a:lnTo>
                    <a:pt x="2028825" y="28575"/>
                  </a:lnTo>
                  <a:lnTo>
                    <a:pt x="2000250" y="28575"/>
                  </a:lnTo>
                  <a:close/>
                  <a:moveTo>
                    <a:pt x="2057400" y="0"/>
                  </a:moveTo>
                  <a:lnTo>
                    <a:pt x="2085975" y="0"/>
                  </a:lnTo>
                  <a:lnTo>
                    <a:pt x="2085975" y="28575"/>
                  </a:lnTo>
                  <a:lnTo>
                    <a:pt x="2057400" y="28575"/>
                  </a:lnTo>
                  <a:close/>
                  <a:moveTo>
                    <a:pt x="2114550" y="0"/>
                  </a:moveTo>
                  <a:lnTo>
                    <a:pt x="2143125" y="0"/>
                  </a:lnTo>
                  <a:lnTo>
                    <a:pt x="2143125" y="28575"/>
                  </a:lnTo>
                  <a:lnTo>
                    <a:pt x="2114550" y="28575"/>
                  </a:lnTo>
                  <a:close/>
                  <a:moveTo>
                    <a:pt x="2171700" y="0"/>
                  </a:moveTo>
                  <a:lnTo>
                    <a:pt x="2200275" y="0"/>
                  </a:lnTo>
                  <a:lnTo>
                    <a:pt x="2200275" y="28575"/>
                  </a:lnTo>
                  <a:lnTo>
                    <a:pt x="2171700" y="28575"/>
                  </a:lnTo>
                  <a:close/>
                  <a:moveTo>
                    <a:pt x="2228850" y="0"/>
                  </a:moveTo>
                  <a:lnTo>
                    <a:pt x="2257425" y="0"/>
                  </a:lnTo>
                  <a:lnTo>
                    <a:pt x="2257425" y="28575"/>
                  </a:lnTo>
                  <a:lnTo>
                    <a:pt x="2228850" y="28575"/>
                  </a:lnTo>
                  <a:close/>
                  <a:moveTo>
                    <a:pt x="2286000" y="0"/>
                  </a:moveTo>
                  <a:lnTo>
                    <a:pt x="2314575" y="0"/>
                  </a:lnTo>
                  <a:lnTo>
                    <a:pt x="2314575" y="28575"/>
                  </a:lnTo>
                  <a:lnTo>
                    <a:pt x="2286000" y="28575"/>
                  </a:lnTo>
                  <a:close/>
                  <a:moveTo>
                    <a:pt x="2343150" y="0"/>
                  </a:moveTo>
                  <a:lnTo>
                    <a:pt x="2371725" y="0"/>
                  </a:lnTo>
                  <a:lnTo>
                    <a:pt x="2371725" y="28575"/>
                  </a:lnTo>
                  <a:lnTo>
                    <a:pt x="2343150" y="28575"/>
                  </a:lnTo>
                  <a:close/>
                  <a:moveTo>
                    <a:pt x="2400300" y="0"/>
                  </a:moveTo>
                  <a:lnTo>
                    <a:pt x="2428875" y="0"/>
                  </a:lnTo>
                  <a:lnTo>
                    <a:pt x="2428875" y="28575"/>
                  </a:lnTo>
                  <a:lnTo>
                    <a:pt x="2400300" y="28575"/>
                  </a:lnTo>
                  <a:close/>
                  <a:moveTo>
                    <a:pt x="2457450" y="0"/>
                  </a:moveTo>
                  <a:lnTo>
                    <a:pt x="2486025" y="0"/>
                  </a:lnTo>
                  <a:lnTo>
                    <a:pt x="2486025" y="28575"/>
                  </a:lnTo>
                  <a:lnTo>
                    <a:pt x="2457450" y="28575"/>
                  </a:lnTo>
                  <a:close/>
                  <a:moveTo>
                    <a:pt x="2514600" y="0"/>
                  </a:moveTo>
                  <a:lnTo>
                    <a:pt x="2543175" y="0"/>
                  </a:lnTo>
                  <a:lnTo>
                    <a:pt x="2543175" y="28575"/>
                  </a:lnTo>
                  <a:lnTo>
                    <a:pt x="2514600" y="28575"/>
                  </a:lnTo>
                  <a:close/>
                  <a:moveTo>
                    <a:pt x="2571750" y="0"/>
                  </a:moveTo>
                  <a:lnTo>
                    <a:pt x="2600325" y="0"/>
                  </a:lnTo>
                  <a:lnTo>
                    <a:pt x="2600325" y="28575"/>
                  </a:lnTo>
                  <a:lnTo>
                    <a:pt x="2571750" y="28575"/>
                  </a:lnTo>
                  <a:close/>
                  <a:moveTo>
                    <a:pt x="2628900" y="0"/>
                  </a:moveTo>
                  <a:lnTo>
                    <a:pt x="2657475" y="0"/>
                  </a:lnTo>
                  <a:lnTo>
                    <a:pt x="2657475" y="28575"/>
                  </a:lnTo>
                  <a:lnTo>
                    <a:pt x="2628900" y="28575"/>
                  </a:lnTo>
                  <a:close/>
                  <a:moveTo>
                    <a:pt x="2686050" y="0"/>
                  </a:moveTo>
                  <a:lnTo>
                    <a:pt x="2714625" y="0"/>
                  </a:lnTo>
                  <a:lnTo>
                    <a:pt x="2714625" y="28575"/>
                  </a:lnTo>
                  <a:lnTo>
                    <a:pt x="2686050" y="28575"/>
                  </a:lnTo>
                  <a:close/>
                  <a:moveTo>
                    <a:pt x="2743200" y="0"/>
                  </a:moveTo>
                  <a:lnTo>
                    <a:pt x="2771775" y="0"/>
                  </a:lnTo>
                  <a:lnTo>
                    <a:pt x="2771775" y="28575"/>
                  </a:lnTo>
                  <a:lnTo>
                    <a:pt x="2743200" y="28575"/>
                  </a:lnTo>
                  <a:close/>
                  <a:moveTo>
                    <a:pt x="2800350" y="0"/>
                  </a:moveTo>
                  <a:lnTo>
                    <a:pt x="2828925" y="0"/>
                  </a:lnTo>
                  <a:lnTo>
                    <a:pt x="2828925" y="28575"/>
                  </a:lnTo>
                  <a:lnTo>
                    <a:pt x="2800350" y="28575"/>
                  </a:lnTo>
                  <a:close/>
                  <a:moveTo>
                    <a:pt x="2857500" y="0"/>
                  </a:moveTo>
                  <a:lnTo>
                    <a:pt x="2886075" y="0"/>
                  </a:lnTo>
                  <a:lnTo>
                    <a:pt x="2886075" y="28575"/>
                  </a:lnTo>
                  <a:lnTo>
                    <a:pt x="2857500" y="28575"/>
                  </a:lnTo>
                  <a:close/>
                  <a:moveTo>
                    <a:pt x="2914650" y="0"/>
                  </a:moveTo>
                  <a:lnTo>
                    <a:pt x="2943225" y="0"/>
                  </a:lnTo>
                  <a:lnTo>
                    <a:pt x="2943225" y="28575"/>
                  </a:lnTo>
                  <a:lnTo>
                    <a:pt x="2914650" y="28575"/>
                  </a:lnTo>
                  <a:close/>
                  <a:moveTo>
                    <a:pt x="2971800" y="0"/>
                  </a:moveTo>
                  <a:lnTo>
                    <a:pt x="3000375" y="0"/>
                  </a:lnTo>
                  <a:lnTo>
                    <a:pt x="3000375" y="28575"/>
                  </a:lnTo>
                  <a:lnTo>
                    <a:pt x="2971800" y="28575"/>
                  </a:lnTo>
                  <a:close/>
                  <a:moveTo>
                    <a:pt x="3028950" y="0"/>
                  </a:moveTo>
                  <a:lnTo>
                    <a:pt x="3057525" y="0"/>
                  </a:lnTo>
                  <a:lnTo>
                    <a:pt x="3057525" y="28575"/>
                  </a:lnTo>
                  <a:lnTo>
                    <a:pt x="3028950" y="28575"/>
                  </a:lnTo>
                  <a:close/>
                  <a:moveTo>
                    <a:pt x="3086100" y="0"/>
                  </a:moveTo>
                  <a:lnTo>
                    <a:pt x="3114675" y="0"/>
                  </a:lnTo>
                  <a:lnTo>
                    <a:pt x="3114675" y="28575"/>
                  </a:lnTo>
                  <a:lnTo>
                    <a:pt x="3086100" y="28575"/>
                  </a:lnTo>
                  <a:close/>
                  <a:moveTo>
                    <a:pt x="3143250" y="0"/>
                  </a:moveTo>
                  <a:lnTo>
                    <a:pt x="3171825" y="0"/>
                  </a:lnTo>
                  <a:lnTo>
                    <a:pt x="3171825" y="28575"/>
                  </a:lnTo>
                  <a:lnTo>
                    <a:pt x="3143250" y="28575"/>
                  </a:lnTo>
                  <a:close/>
                  <a:moveTo>
                    <a:pt x="3200400" y="0"/>
                  </a:moveTo>
                  <a:lnTo>
                    <a:pt x="3228975" y="0"/>
                  </a:lnTo>
                  <a:lnTo>
                    <a:pt x="3228975" y="28575"/>
                  </a:lnTo>
                  <a:lnTo>
                    <a:pt x="3200400" y="28575"/>
                  </a:lnTo>
                  <a:close/>
                  <a:moveTo>
                    <a:pt x="3257550" y="0"/>
                  </a:moveTo>
                  <a:lnTo>
                    <a:pt x="3286125" y="0"/>
                  </a:lnTo>
                  <a:lnTo>
                    <a:pt x="3286125" y="28575"/>
                  </a:lnTo>
                  <a:lnTo>
                    <a:pt x="3257550" y="28575"/>
                  </a:lnTo>
                  <a:close/>
                  <a:moveTo>
                    <a:pt x="3314700" y="0"/>
                  </a:moveTo>
                  <a:lnTo>
                    <a:pt x="3343275" y="0"/>
                  </a:lnTo>
                  <a:lnTo>
                    <a:pt x="3343275" y="28575"/>
                  </a:lnTo>
                  <a:lnTo>
                    <a:pt x="3314700" y="28575"/>
                  </a:lnTo>
                  <a:close/>
                  <a:moveTo>
                    <a:pt x="3371850" y="0"/>
                  </a:moveTo>
                  <a:lnTo>
                    <a:pt x="3400425" y="0"/>
                  </a:lnTo>
                  <a:lnTo>
                    <a:pt x="3400425" y="28575"/>
                  </a:lnTo>
                  <a:lnTo>
                    <a:pt x="3371850" y="28575"/>
                  </a:lnTo>
                  <a:close/>
                  <a:moveTo>
                    <a:pt x="3429000" y="0"/>
                  </a:moveTo>
                  <a:lnTo>
                    <a:pt x="3456051" y="0"/>
                  </a:lnTo>
                  <a:lnTo>
                    <a:pt x="3456051" y="28575"/>
                  </a:lnTo>
                  <a:lnTo>
                    <a:pt x="3429000" y="28575"/>
                  </a:lnTo>
                  <a:close/>
                  <a:moveTo>
                    <a:pt x="0" y="0"/>
                  </a:moveTo>
                  <a:lnTo>
                    <a:pt x="28575" y="0"/>
                  </a:lnTo>
                  <a:lnTo>
                    <a:pt x="28575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332956" y="6538646"/>
            <a:ext cx="3163824" cy="10668"/>
            <a:chOff x="0" y="0"/>
            <a:chExt cx="3163824" cy="106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63824" cy="10668"/>
            </a:xfrm>
            <a:custGeom>
              <a:avLst/>
              <a:gdLst/>
              <a:ahLst/>
              <a:cxnLst/>
              <a:rect r="r" b="b" t="t" l="l"/>
              <a:pathLst>
                <a:path h="10668" w="3163824">
                  <a:moveTo>
                    <a:pt x="2372868" y="0"/>
                  </a:moveTo>
                  <a:lnTo>
                    <a:pt x="1581912" y="0"/>
                  </a:lnTo>
                  <a:lnTo>
                    <a:pt x="790956" y="0"/>
                  </a:lnTo>
                  <a:lnTo>
                    <a:pt x="0" y="0"/>
                  </a:lnTo>
                  <a:lnTo>
                    <a:pt x="0" y="10668"/>
                  </a:lnTo>
                  <a:lnTo>
                    <a:pt x="790956" y="10668"/>
                  </a:lnTo>
                  <a:lnTo>
                    <a:pt x="1581912" y="10668"/>
                  </a:lnTo>
                  <a:lnTo>
                    <a:pt x="2372868" y="10668"/>
                  </a:lnTo>
                  <a:lnTo>
                    <a:pt x="3163824" y="10668"/>
                  </a:lnTo>
                  <a:lnTo>
                    <a:pt x="3163824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32956" y="6298340"/>
            <a:ext cx="3226889" cy="272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b="true" sz="1596" spc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  <a:hlinkClick r:id="rId9" tooltip="https://www.expoasa.com.br/ideasun"/>
              </a:rPr>
              <a:t>www.expoasa.com.br/ideasun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48728" y="1882140"/>
            <a:ext cx="7303740" cy="1478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A EQUIPE DEVERÁ APRESENTAR QUEM SÃO OS PRINCIPAIS PARCEIROS PARA DESENVOLVIMENTO E FUNCIONAMENTO DA SOLUÇÃO. QUEM SERÃO SEUS FORNECEDORES? COM QUEM VOCÊ IRÁ TRABALHAR? COM A PREFEITURA? A ESCOLA? O GOVERNO DO ESTADO? ALGUMA EMPRESA ESPECÍFICA? NÃO SÃO CLIENTES, SÃO EMPRESAS, PESSOAS E INSTITIÇÃO QUE CONTRIBUEM PARA O FUNCIONAMENTO DO PROJETO. (EXCLUIR ESTE TEXTO)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48728" y="571500"/>
            <a:ext cx="735747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spc="1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PARCERIAS-CHAVES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48728" y="1038225"/>
            <a:ext cx="7303740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Apresentar as principais parcerias da solução.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65108" y="5963412"/>
            <a:ext cx="3127248" cy="765048"/>
          </a:xfrm>
          <a:custGeom>
            <a:avLst/>
            <a:gdLst/>
            <a:ahLst/>
            <a:cxnLst/>
            <a:rect r="r" b="b" t="t" l="l"/>
            <a:pathLst>
              <a:path h="765048" w="3127248">
                <a:moveTo>
                  <a:pt x="0" y="0"/>
                </a:moveTo>
                <a:lnTo>
                  <a:pt x="3127248" y="0"/>
                </a:lnTo>
                <a:lnTo>
                  <a:pt x="3127248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 descr="Uma imagem contendo Interface gráfica do usuário  Descrição gerada automaticamente"/>
          <p:cNvSpPr/>
          <p:nvPr/>
        </p:nvSpPr>
        <p:spPr>
          <a:xfrm flipH="false" flipV="false" rot="0">
            <a:off x="9913344" y="6131138"/>
            <a:ext cx="1949806" cy="469230"/>
          </a:xfrm>
          <a:custGeom>
            <a:avLst/>
            <a:gdLst/>
            <a:ahLst/>
            <a:cxnLst/>
            <a:rect r="r" b="b" t="t" l="l"/>
            <a:pathLst>
              <a:path h="469230" w="1949806">
                <a:moveTo>
                  <a:pt x="0" y="0"/>
                </a:moveTo>
                <a:lnTo>
                  <a:pt x="1949805" y="0"/>
                </a:lnTo>
                <a:lnTo>
                  <a:pt x="1949805" y="469230"/>
                </a:lnTo>
                <a:lnTo>
                  <a:pt x="0" y="469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 descr="Logotipo  Descrição gerada automaticamente"/>
          <p:cNvSpPr/>
          <p:nvPr/>
        </p:nvSpPr>
        <p:spPr>
          <a:xfrm flipH="false" flipV="false" rot="0">
            <a:off x="8966416" y="6091666"/>
            <a:ext cx="893674" cy="583282"/>
          </a:xfrm>
          <a:custGeom>
            <a:avLst/>
            <a:gdLst/>
            <a:ahLst/>
            <a:cxnLst/>
            <a:rect r="r" b="b" t="t" l="l"/>
            <a:pathLst>
              <a:path h="583282" w="893674">
                <a:moveTo>
                  <a:pt x="0" y="0"/>
                </a:moveTo>
                <a:lnTo>
                  <a:pt x="893674" y="0"/>
                </a:lnTo>
                <a:lnTo>
                  <a:pt x="893674" y="583283"/>
                </a:lnTo>
                <a:lnTo>
                  <a:pt x="0" y="583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6116" y="5963412"/>
            <a:ext cx="1944624" cy="765048"/>
          </a:xfrm>
          <a:custGeom>
            <a:avLst/>
            <a:gdLst/>
            <a:ahLst/>
            <a:cxnLst/>
            <a:rect r="r" b="b" t="t" l="l"/>
            <a:pathLst>
              <a:path h="765048" w="1944624">
                <a:moveTo>
                  <a:pt x="0" y="0"/>
                </a:moveTo>
                <a:lnTo>
                  <a:pt x="1944624" y="0"/>
                </a:lnTo>
                <a:lnTo>
                  <a:pt x="1944624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 descr="Forma  Descrição gerada automaticamente com confiança média"/>
          <p:cNvSpPr/>
          <p:nvPr/>
        </p:nvSpPr>
        <p:spPr>
          <a:xfrm flipH="false" flipV="false" rot="0">
            <a:off x="4148728" y="6075950"/>
            <a:ext cx="583501" cy="526447"/>
          </a:xfrm>
          <a:custGeom>
            <a:avLst/>
            <a:gdLst/>
            <a:ahLst/>
            <a:cxnLst/>
            <a:rect r="r" b="b" t="t" l="l"/>
            <a:pathLst>
              <a:path h="526447" w="583501">
                <a:moveTo>
                  <a:pt x="0" y="0"/>
                </a:moveTo>
                <a:lnTo>
                  <a:pt x="583502" y="0"/>
                </a:lnTo>
                <a:lnTo>
                  <a:pt x="583502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"/>
            </a:stretch>
          </a:blipFill>
        </p:spPr>
      </p:sp>
      <p:sp>
        <p:nvSpPr>
          <p:cNvPr name="Freeform 7" id="7" descr="Forma, Logotipo  O conteúdo gerado por IA pode estar incorreto."/>
          <p:cNvSpPr/>
          <p:nvPr/>
        </p:nvSpPr>
        <p:spPr>
          <a:xfrm flipH="false" flipV="false" rot="0">
            <a:off x="5029505" y="6091666"/>
            <a:ext cx="766924" cy="526447"/>
          </a:xfrm>
          <a:custGeom>
            <a:avLst/>
            <a:gdLst/>
            <a:ahLst/>
            <a:cxnLst/>
            <a:rect r="r" b="b" t="t" l="l"/>
            <a:pathLst>
              <a:path h="526447" w="766924">
                <a:moveTo>
                  <a:pt x="0" y="0"/>
                </a:moveTo>
                <a:lnTo>
                  <a:pt x="766924" y="0"/>
                </a:lnTo>
                <a:lnTo>
                  <a:pt x="766924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"/>
            </a:stretch>
          </a:blipFill>
        </p:spPr>
      </p:sp>
      <p:sp>
        <p:nvSpPr>
          <p:cNvPr name="Freeform 8" id="8" descr="Logotipo  O conteúdo gerado por IA pode estar incorreto."/>
          <p:cNvSpPr/>
          <p:nvPr/>
        </p:nvSpPr>
        <p:spPr>
          <a:xfrm flipH="false" flipV="false" rot="0">
            <a:off x="0" y="0"/>
            <a:ext cx="3810000" cy="6858000"/>
          </a:xfrm>
          <a:custGeom>
            <a:avLst/>
            <a:gdLst/>
            <a:ahLst/>
            <a:cxnLst/>
            <a:rect r="r" b="b" t="t" l="l"/>
            <a:pathLst>
              <a:path h="6858000" w="3810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8840" y="6109316"/>
            <a:ext cx="3456003" cy="29299"/>
            <a:chOff x="0" y="0"/>
            <a:chExt cx="3456000" cy="292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56051" cy="28575"/>
            </a:xfrm>
            <a:custGeom>
              <a:avLst/>
              <a:gdLst/>
              <a:ahLst/>
              <a:cxnLst/>
              <a:rect r="r" b="b" t="t" l="l"/>
              <a:pathLst>
                <a:path h="28575" w="3456051">
                  <a:moveTo>
                    <a:pt x="57150" y="0"/>
                  </a:moveTo>
                  <a:lnTo>
                    <a:pt x="85725" y="0"/>
                  </a:lnTo>
                  <a:lnTo>
                    <a:pt x="85725" y="28575"/>
                  </a:lnTo>
                  <a:lnTo>
                    <a:pt x="57150" y="28575"/>
                  </a:lnTo>
                  <a:close/>
                  <a:moveTo>
                    <a:pt x="114300" y="0"/>
                  </a:moveTo>
                  <a:lnTo>
                    <a:pt x="142875" y="0"/>
                  </a:lnTo>
                  <a:lnTo>
                    <a:pt x="142875" y="28575"/>
                  </a:lnTo>
                  <a:lnTo>
                    <a:pt x="114300" y="28575"/>
                  </a:lnTo>
                  <a:close/>
                  <a:moveTo>
                    <a:pt x="171450" y="0"/>
                  </a:moveTo>
                  <a:lnTo>
                    <a:pt x="200025" y="0"/>
                  </a:lnTo>
                  <a:lnTo>
                    <a:pt x="200025" y="28575"/>
                  </a:lnTo>
                  <a:lnTo>
                    <a:pt x="171450" y="28575"/>
                  </a:lnTo>
                  <a:close/>
                  <a:moveTo>
                    <a:pt x="228600" y="0"/>
                  </a:moveTo>
                  <a:lnTo>
                    <a:pt x="257175" y="0"/>
                  </a:lnTo>
                  <a:lnTo>
                    <a:pt x="257175" y="28575"/>
                  </a:lnTo>
                  <a:lnTo>
                    <a:pt x="228600" y="28575"/>
                  </a:lnTo>
                  <a:close/>
                  <a:moveTo>
                    <a:pt x="285750" y="0"/>
                  </a:moveTo>
                  <a:lnTo>
                    <a:pt x="314325" y="0"/>
                  </a:lnTo>
                  <a:lnTo>
                    <a:pt x="314325" y="28575"/>
                  </a:lnTo>
                  <a:lnTo>
                    <a:pt x="285750" y="28575"/>
                  </a:lnTo>
                  <a:close/>
                  <a:moveTo>
                    <a:pt x="342900" y="0"/>
                  </a:moveTo>
                  <a:lnTo>
                    <a:pt x="371475" y="0"/>
                  </a:lnTo>
                  <a:lnTo>
                    <a:pt x="371475" y="28575"/>
                  </a:lnTo>
                  <a:lnTo>
                    <a:pt x="342900" y="28575"/>
                  </a:lnTo>
                  <a:close/>
                  <a:moveTo>
                    <a:pt x="400050" y="0"/>
                  </a:moveTo>
                  <a:lnTo>
                    <a:pt x="428625" y="0"/>
                  </a:lnTo>
                  <a:lnTo>
                    <a:pt x="428625" y="28575"/>
                  </a:lnTo>
                  <a:lnTo>
                    <a:pt x="400050" y="28575"/>
                  </a:lnTo>
                  <a:close/>
                  <a:moveTo>
                    <a:pt x="457200" y="0"/>
                  </a:moveTo>
                  <a:lnTo>
                    <a:pt x="485775" y="0"/>
                  </a:lnTo>
                  <a:lnTo>
                    <a:pt x="485775" y="28575"/>
                  </a:lnTo>
                  <a:lnTo>
                    <a:pt x="457200" y="28575"/>
                  </a:lnTo>
                  <a:close/>
                  <a:moveTo>
                    <a:pt x="514350" y="0"/>
                  </a:moveTo>
                  <a:lnTo>
                    <a:pt x="542925" y="0"/>
                  </a:lnTo>
                  <a:lnTo>
                    <a:pt x="542925" y="28575"/>
                  </a:lnTo>
                  <a:lnTo>
                    <a:pt x="514350" y="28575"/>
                  </a:lnTo>
                  <a:close/>
                  <a:moveTo>
                    <a:pt x="571500" y="0"/>
                  </a:moveTo>
                  <a:lnTo>
                    <a:pt x="600075" y="0"/>
                  </a:lnTo>
                  <a:lnTo>
                    <a:pt x="600075" y="28575"/>
                  </a:lnTo>
                  <a:lnTo>
                    <a:pt x="571500" y="28575"/>
                  </a:lnTo>
                  <a:close/>
                  <a:moveTo>
                    <a:pt x="628650" y="0"/>
                  </a:moveTo>
                  <a:lnTo>
                    <a:pt x="657225" y="0"/>
                  </a:lnTo>
                  <a:lnTo>
                    <a:pt x="657225" y="28575"/>
                  </a:lnTo>
                  <a:lnTo>
                    <a:pt x="628650" y="28575"/>
                  </a:lnTo>
                  <a:close/>
                  <a:moveTo>
                    <a:pt x="685800" y="0"/>
                  </a:moveTo>
                  <a:lnTo>
                    <a:pt x="714375" y="0"/>
                  </a:lnTo>
                  <a:lnTo>
                    <a:pt x="714375" y="28575"/>
                  </a:lnTo>
                  <a:lnTo>
                    <a:pt x="685800" y="28575"/>
                  </a:lnTo>
                  <a:close/>
                  <a:moveTo>
                    <a:pt x="742950" y="0"/>
                  </a:moveTo>
                  <a:lnTo>
                    <a:pt x="771525" y="0"/>
                  </a:lnTo>
                  <a:lnTo>
                    <a:pt x="771525" y="28575"/>
                  </a:lnTo>
                  <a:lnTo>
                    <a:pt x="742950" y="28575"/>
                  </a:lnTo>
                  <a:close/>
                  <a:moveTo>
                    <a:pt x="800100" y="0"/>
                  </a:moveTo>
                  <a:lnTo>
                    <a:pt x="828675" y="0"/>
                  </a:lnTo>
                  <a:lnTo>
                    <a:pt x="828675" y="28575"/>
                  </a:lnTo>
                  <a:lnTo>
                    <a:pt x="800100" y="28575"/>
                  </a:lnTo>
                  <a:close/>
                  <a:moveTo>
                    <a:pt x="857250" y="0"/>
                  </a:moveTo>
                  <a:lnTo>
                    <a:pt x="885825" y="0"/>
                  </a:lnTo>
                  <a:lnTo>
                    <a:pt x="885825" y="28575"/>
                  </a:lnTo>
                  <a:lnTo>
                    <a:pt x="857250" y="28575"/>
                  </a:lnTo>
                  <a:close/>
                  <a:moveTo>
                    <a:pt x="914400" y="0"/>
                  </a:moveTo>
                  <a:lnTo>
                    <a:pt x="942975" y="0"/>
                  </a:lnTo>
                  <a:lnTo>
                    <a:pt x="942975" y="28575"/>
                  </a:lnTo>
                  <a:lnTo>
                    <a:pt x="914400" y="28575"/>
                  </a:lnTo>
                  <a:close/>
                  <a:moveTo>
                    <a:pt x="971550" y="0"/>
                  </a:moveTo>
                  <a:lnTo>
                    <a:pt x="1000125" y="0"/>
                  </a:lnTo>
                  <a:lnTo>
                    <a:pt x="1000125" y="28575"/>
                  </a:lnTo>
                  <a:lnTo>
                    <a:pt x="971550" y="28575"/>
                  </a:lnTo>
                  <a:close/>
                  <a:moveTo>
                    <a:pt x="1028700" y="0"/>
                  </a:moveTo>
                  <a:lnTo>
                    <a:pt x="1057275" y="0"/>
                  </a:lnTo>
                  <a:lnTo>
                    <a:pt x="1057275" y="28575"/>
                  </a:lnTo>
                  <a:lnTo>
                    <a:pt x="1028700" y="28575"/>
                  </a:lnTo>
                  <a:close/>
                  <a:moveTo>
                    <a:pt x="1085850" y="0"/>
                  </a:moveTo>
                  <a:lnTo>
                    <a:pt x="1114425" y="0"/>
                  </a:lnTo>
                  <a:lnTo>
                    <a:pt x="1114425" y="28575"/>
                  </a:lnTo>
                  <a:lnTo>
                    <a:pt x="1085850" y="28575"/>
                  </a:lnTo>
                  <a:close/>
                  <a:moveTo>
                    <a:pt x="1143000" y="0"/>
                  </a:moveTo>
                  <a:lnTo>
                    <a:pt x="1171575" y="0"/>
                  </a:lnTo>
                  <a:lnTo>
                    <a:pt x="1171575" y="28575"/>
                  </a:lnTo>
                  <a:lnTo>
                    <a:pt x="1143000" y="28575"/>
                  </a:lnTo>
                  <a:close/>
                  <a:moveTo>
                    <a:pt x="1200150" y="0"/>
                  </a:moveTo>
                  <a:lnTo>
                    <a:pt x="1228725" y="0"/>
                  </a:lnTo>
                  <a:lnTo>
                    <a:pt x="1228725" y="28575"/>
                  </a:lnTo>
                  <a:lnTo>
                    <a:pt x="1200150" y="28575"/>
                  </a:lnTo>
                  <a:close/>
                  <a:moveTo>
                    <a:pt x="1257300" y="0"/>
                  </a:moveTo>
                  <a:lnTo>
                    <a:pt x="1285875" y="0"/>
                  </a:lnTo>
                  <a:lnTo>
                    <a:pt x="1285875" y="28575"/>
                  </a:lnTo>
                  <a:lnTo>
                    <a:pt x="1257300" y="28575"/>
                  </a:lnTo>
                  <a:close/>
                  <a:moveTo>
                    <a:pt x="1314450" y="0"/>
                  </a:moveTo>
                  <a:lnTo>
                    <a:pt x="1343025" y="0"/>
                  </a:lnTo>
                  <a:lnTo>
                    <a:pt x="1343025" y="28575"/>
                  </a:lnTo>
                  <a:lnTo>
                    <a:pt x="1314450" y="28575"/>
                  </a:lnTo>
                  <a:close/>
                  <a:moveTo>
                    <a:pt x="1371600" y="0"/>
                  </a:moveTo>
                  <a:lnTo>
                    <a:pt x="1400175" y="0"/>
                  </a:lnTo>
                  <a:lnTo>
                    <a:pt x="1400175" y="28575"/>
                  </a:lnTo>
                  <a:lnTo>
                    <a:pt x="1371600" y="28575"/>
                  </a:lnTo>
                  <a:close/>
                  <a:moveTo>
                    <a:pt x="1428750" y="0"/>
                  </a:moveTo>
                  <a:lnTo>
                    <a:pt x="1457325" y="0"/>
                  </a:lnTo>
                  <a:lnTo>
                    <a:pt x="1457325" y="28575"/>
                  </a:lnTo>
                  <a:lnTo>
                    <a:pt x="1428750" y="28575"/>
                  </a:lnTo>
                  <a:close/>
                  <a:moveTo>
                    <a:pt x="1485900" y="0"/>
                  </a:moveTo>
                  <a:lnTo>
                    <a:pt x="1514475" y="0"/>
                  </a:lnTo>
                  <a:lnTo>
                    <a:pt x="1514475" y="28575"/>
                  </a:lnTo>
                  <a:lnTo>
                    <a:pt x="1485900" y="28575"/>
                  </a:lnTo>
                  <a:close/>
                  <a:moveTo>
                    <a:pt x="1543050" y="0"/>
                  </a:moveTo>
                  <a:lnTo>
                    <a:pt x="1571625" y="0"/>
                  </a:lnTo>
                  <a:lnTo>
                    <a:pt x="1571625" y="28575"/>
                  </a:lnTo>
                  <a:lnTo>
                    <a:pt x="1543050" y="28575"/>
                  </a:lnTo>
                  <a:close/>
                  <a:moveTo>
                    <a:pt x="1600200" y="0"/>
                  </a:moveTo>
                  <a:lnTo>
                    <a:pt x="1628775" y="0"/>
                  </a:lnTo>
                  <a:lnTo>
                    <a:pt x="1628775" y="28575"/>
                  </a:lnTo>
                  <a:lnTo>
                    <a:pt x="1600200" y="28575"/>
                  </a:lnTo>
                  <a:close/>
                  <a:moveTo>
                    <a:pt x="1657350" y="0"/>
                  </a:moveTo>
                  <a:lnTo>
                    <a:pt x="1685925" y="0"/>
                  </a:lnTo>
                  <a:lnTo>
                    <a:pt x="1685925" y="28575"/>
                  </a:lnTo>
                  <a:lnTo>
                    <a:pt x="1657350" y="28575"/>
                  </a:lnTo>
                  <a:close/>
                  <a:moveTo>
                    <a:pt x="1714500" y="0"/>
                  </a:moveTo>
                  <a:lnTo>
                    <a:pt x="1743075" y="0"/>
                  </a:lnTo>
                  <a:lnTo>
                    <a:pt x="1743075" y="28575"/>
                  </a:lnTo>
                  <a:lnTo>
                    <a:pt x="1714500" y="28575"/>
                  </a:lnTo>
                  <a:close/>
                  <a:moveTo>
                    <a:pt x="1771650" y="0"/>
                  </a:moveTo>
                  <a:lnTo>
                    <a:pt x="1800225" y="0"/>
                  </a:lnTo>
                  <a:lnTo>
                    <a:pt x="1800225" y="28575"/>
                  </a:lnTo>
                  <a:lnTo>
                    <a:pt x="1771650" y="28575"/>
                  </a:lnTo>
                  <a:close/>
                  <a:moveTo>
                    <a:pt x="1828800" y="0"/>
                  </a:moveTo>
                  <a:lnTo>
                    <a:pt x="1857375" y="0"/>
                  </a:lnTo>
                  <a:lnTo>
                    <a:pt x="1857375" y="28575"/>
                  </a:lnTo>
                  <a:lnTo>
                    <a:pt x="1828800" y="28575"/>
                  </a:lnTo>
                  <a:close/>
                  <a:moveTo>
                    <a:pt x="1885950" y="0"/>
                  </a:moveTo>
                  <a:lnTo>
                    <a:pt x="1914525" y="0"/>
                  </a:lnTo>
                  <a:lnTo>
                    <a:pt x="1914525" y="28575"/>
                  </a:lnTo>
                  <a:lnTo>
                    <a:pt x="1885950" y="28575"/>
                  </a:lnTo>
                  <a:close/>
                  <a:moveTo>
                    <a:pt x="1943100" y="0"/>
                  </a:moveTo>
                  <a:lnTo>
                    <a:pt x="1971675" y="0"/>
                  </a:lnTo>
                  <a:lnTo>
                    <a:pt x="1971675" y="28575"/>
                  </a:lnTo>
                  <a:lnTo>
                    <a:pt x="1943100" y="28575"/>
                  </a:lnTo>
                  <a:close/>
                  <a:moveTo>
                    <a:pt x="2000250" y="0"/>
                  </a:moveTo>
                  <a:lnTo>
                    <a:pt x="2028825" y="0"/>
                  </a:lnTo>
                  <a:lnTo>
                    <a:pt x="2028825" y="28575"/>
                  </a:lnTo>
                  <a:lnTo>
                    <a:pt x="2000250" y="28575"/>
                  </a:lnTo>
                  <a:close/>
                  <a:moveTo>
                    <a:pt x="2057400" y="0"/>
                  </a:moveTo>
                  <a:lnTo>
                    <a:pt x="2085975" y="0"/>
                  </a:lnTo>
                  <a:lnTo>
                    <a:pt x="2085975" y="28575"/>
                  </a:lnTo>
                  <a:lnTo>
                    <a:pt x="2057400" y="28575"/>
                  </a:lnTo>
                  <a:close/>
                  <a:moveTo>
                    <a:pt x="2114550" y="0"/>
                  </a:moveTo>
                  <a:lnTo>
                    <a:pt x="2143125" y="0"/>
                  </a:lnTo>
                  <a:lnTo>
                    <a:pt x="2143125" y="28575"/>
                  </a:lnTo>
                  <a:lnTo>
                    <a:pt x="2114550" y="28575"/>
                  </a:lnTo>
                  <a:close/>
                  <a:moveTo>
                    <a:pt x="2171700" y="0"/>
                  </a:moveTo>
                  <a:lnTo>
                    <a:pt x="2200275" y="0"/>
                  </a:lnTo>
                  <a:lnTo>
                    <a:pt x="2200275" y="28575"/>
                  </a:lnTo>
                  <a:lnTo>
                    <a:pt x="2171700" y="28575"/>
                  </a:lnTo>
                  <a:close/>
                  <a:moveTo>
                    <a:pt x="2228850" y="0"/>
                  </a:moveTo>
                  <a:lnTo>
                    <a:pt x="2257425" y="0"/>
                  </a:lnTo>
                  <a:lnTo>
                    <a:pt x="2257425" y="28575"/>
                  </a:lnTo>
                  <a:lnTo>
                    <a:pt x="2228850" y="28575"/>
                  </a:lnTo>
                  <a:close/>
                  <a:moveTo>
                    <a:pt x="2286000" y="0"/>
                  </a:moveTo>
                  <a:lnTo>
                    <a:pt x="2314575" y="0"/>
                  </a:lnTo>
                  <a:lnTo>
                    <a:pt x="2314575" y="28575"/>
                  </a:lnTo>
                  <a:lnTo>
                    <a:pt x="2286000" y="28575"/>
                  </a:lnTo>
                  <a:close/>
                  <a:moveTo>
                    <a:pt x="2343150" y="0"/>
                  </a:moveTo>
                  <a:lnTo>
                    <a:pt x="2371725" y="0"/>
                  </a:lnTo>
                  <a:lnTo>
                    <a:pt x="2371725" y="28575"/>
                  </a:lnTo>
                  <a:lnTo>
                    <a:pt x="2343150" y="28575"/>
                  </a:lnTo>
                  <a:close/>
                  <a:moveTo>
                    <a:pt x="2400300" y="0"/>
                  </a:moveTo>
                  <a:lnTo>
                    <a:pt x="2428875" y="0"/>
                  </a:lnTo>
                  <a:lnTo>
                    <a:pt x="2428875" y="28575"/>
                  </a:lnTo>
                  <a:lnTo>
                    <a:pt x="2400300" y="28575"/>
                  </a:lnTo>
                  <a:close/>
                  <a:moveTo>
                    <a:pt x="2457450" y="0"/>
                  </a:moveTo>
                  <a:lnTo>
                    <a:pt x="2486025" y="0"/>
                  </a:lnTo>
                  <a:lnTo>
                    <a:pt x="2486025" y="28575"/>
                  </a:lnTo>
                  <a:lnTo>
                    <a:pt x="2457450" y="28575"/>
                  </a:lnTo>
                  <a:close/>
                  <a:moveTo>
                    <a:pt x="2514600" y="0"/>
                  </a:moveTo>
                  <a:lnTo>
                    <a:pt x="2543175" y="0"/>
                  </a:lnTo>
                  <a:lnTo>
                    <a:pt x="2543175" y="28575"/>
                  </a:lnTo>
                  <a:lnTo>
                    <a:pt x="2514600" y="28575"/>
                  </a:lnTo>
                  <a:close/>
                  <a:moveTo>
                    <a:pt x="2571750" y="0"/>
                  </a:moveTo>
                  <a:lnTo>
                    <a:pt x="2600325" y="0"/>
                  </a:lnTo>
                  <a:lnTo>
                    <a:pt x="2600325" y="28575"/>
                  </a:lnTo>
                  <a:lnTo>
                    <a:pt x="2571750" y="28575"/>
                  </a:lnTo>
                  <a:close/>
                  <a:moveTo>
                    <a:pt x="2628900" y="0"/>
                  </a:moveTo>
                  <a:lnTo>
                    <a:pt x="2657475" y="0"/>
                  </a:lnTo>
                  <a:lnTo>
                    <a:pt x="2657475" y="28575"/>
                  </a:lnTo>
                  <a:lnTo>
                    <a:pt x="2628900" y="28575"/>
                  </a:lnTo>
                  <a:close/>
                  <a:moveTo>
                    <a:pt x="2686050" y="0"/>
                  </a:moveTo>
                  <a:lnTo>
                    <a:pt x="2714625" y="0"/>
                  </a:lnTo>
                  <a:lnTo>
                    <a:pt x="2714625" y="28575"/>
                  </a:lnTo>
                  <a:lnTo>
                    <a:pt x="2686050" y="28575"/>
                  </a:lnTo>
                  <a:close/>
                  <a:moveTo>
                    <a:pt x="2743200" y="0"/>
                  </a:moveTo>
                  <a:lnTo>
                    <a:pt x="2771775" y="0"/>
                  </a:lnTo>
                  <a:lnTo>
                    <a:pt x="2771775" y="28575"/>
                  </a:lnTo>
                  <a:lnTo>
                    <a:pt x="2743200" y="28575"/>
                  </a:lnTo>
                  <a:close/>
                  <a:moveTo>
                    <a:pt x="2800350" y="0"/>
                  </a:moveTo>
                  <a:lnTo>
                    <a:pt x="2828925" y="0"/>
                  </a:lnTo>
                  <a:lnTo>
                    <a:pt x="2828925" y="28575"/>
                  </a:lnTo>
                  <a:lnTo>
                    <a:pt x="2800350" y="28575"/>
                  </a:lnTo>
                  <a:close/>
                  <a:moveTo>
                    <a:pt x="2857500" y="0"/>
                  </a:moveTo>
                  <a:lnTo>
                    <a:pt x="2886075" y="0"/>
                  </a:lnTo>
                  <a:lnTo>
                    <a:pt x="2886075" y="28575"/>
                  </a:lnTo>
                  <a:lnTo>
                    <a:pt x="2857500" y="28575"/>
                  </a:lnTo>
                  <a:close/>
                  <a:moveTo>
                    <a:pt x="2914650" y="0"/>
                  </a:moveTo>
                  <a:lnTo>
                    <a:pt x="2943225" y="0"/>
                  </a:lnTo>
                  <a:lnTo>
                    <a:pt x="2943225" y="28575"/>
                  </a:lnTo>
                  <a:lnTo>
                    <a:pt x="2914650" y="28575"/>
                  </a:lnTo>
                  <a:close/>
                  <a:moveTo>
                    <a:pt x="2971800" y="0"/>
                  </a:moveTo>
                  <a:lnTo>
                    <a:pt x="3000375" y="0"/>
                  </a:lnTo>
                  <a:lnTo>
                    <a:pt x="3000375" y="28575"/>
                  </a:lnTo>
                  <a:lnTo>
                    <a:pt x="2971800" y="28575"/>
                  </a:lnTo>
                  <a:close/>
                  <a:moveTo>
                    <a:pt x="3028950" y="0"/>
                  </a:moveTo>
                  <a:lnTo>
                    <a:pt x="3057525" y="0"/>
                  </a:lnTo>
                  <a:lnTo>
                    <a:pt x="3057525" y="28575"/>
                  </a:lnTo>
                  <a:lnTo>
                    <a:pt x="3028950" y="28575"/>
                  </a:lnTo>
                  <a:close/>
                  <a:moveTo>
                    <a:pt x="3086100" y="0"/>
                  </a:moveTo>
                  <a:lnTo>
                    <a:pt x="3114675" y="0"/>
                  </a:lnTo>
                  <a:lnTo>
                    <a:pt x="3114675" y="28575"/>
                  </a:lnTo>
                  <a:lnTo>
                    <a:pt x="3086100" y="28575"/>
                  </a:lnTo>
                  <a:close/>
                  <a:moveTo>
                    <a:pt x="3143250" y="0"/>
                  </a:moveTo>
                  <a:lnTo>
                    <a:pt x="3171825" y="0"/>
                  </a:lnTo>
                  <a:lnTo>
                    <a:pt x="3171825" y="28575"/>
                  </a:lnTo>
                  <a:lnTo>
                    <a:pt x="3143250" y="28575"/>
                  </a:lnTo>
                  <a:close/>
                  <a:moveTo>
                    <a:pt x="3200400" y="0"/>
                  </a:moveTo>
                  <a:lnTo>
                    <a:pt x="3228975" y="0"/>
                  </a:lnTo>
                  <a:lnTo>
                    <a:pt x="3228975" y="28575"/>
                  </a:lnTo>
                  <a:lnTo>
                    <a:pt x="3200400" y="28575"/>
                  </a:lnTo>
                  <a:close/>
                  <a:moveTo>
                    <a:pt x="3257550" y="0"/>
                  </a:moveTo>
                  <a:lnTo>
                    <a:pt x="3286125" y="0"/>
                  </a:lnTo>
                  <a:lnTo>
                    <a:pt x="3286125" y="28575"/>
                  </a:lnTo>
                  <a:lnTo>
                    <a:pt x="3257550" y="28575"/>
                  </a:lnTo>
                  <a:close/>
                  <a:moveTo>
                    <a:pt x="3314700" y="0"/>
                  </a:moveTo>
                  <a:lnTo>
                    <a:pt x="3343275" y="0"/>
                  </a:lnTo>
                  <a:lnTo>
                    <a:pt x="3343275" y="28575"/>
                  </a:lnTo>
                  <a:lnTo>
                    <a:pt x="3314700" y="28575"/>
                  </a:lnTo>
                  <a:close/>
                  <a:moveTo>
                    <a:pt x="3371850" y="0"/>
                  </a:moveTo>
                  <a:lnTo>
                    <a:pt x="3400425" y="0"/>
                  </a:lnTo>
                  <a:lnTo>
                    <a:pt x="3400425" y="28575"/>
                  </a:lnTo>
                  <a:lnTo>
                    <a:pt x="3371850" y="28575"/>
                  </a:lnTo>
                  <a:close/>
                  <a:moveTo>
                    <a:pt x="3429000" y="0"/>
                  </a:moveTo>
                  <a:lnTo>
                    <a:pt x="3456051" y="0"/>
                  </a:lnTo>
                  <a:lnTo>
                    <a:pt x="3456051" y="28575"/>
                  </a:lnTo>
                  <a:lnTo>
                    <a:pt x="3429000" y="28575"/>
                  </a:lnTo>
                  <a:close/>
                  <a:moveTo>
                    <a:pt x="0" y="0"/>
                  </a:moveTo>
                  <a:lnTo>
                    <a:pt x="28575" y="0"/>
                  </a:lnTo>
                  <a:lnTo>
                    <a:pt x="28575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332956" y="6538646"/>
            <a:ext cx="3163824" cy="10668"/>
            <a:chOff x="0" y="0"/>
            <a:chExt cx="3163824" cy="106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63824" cy="10668"/>
            </a:xfrm>
            <a:custGeom>
              <a:avLst/>
              <a:gdLst/>
              <a:ahLst/>
              <a:cxnLst/>
              <a:rect r="r" b="b" t="t" l="l"/>
              <a:pathLst>
                <a:path h="10668" w="3163824">
                  <a:moveTo>
                    <a:pt x="2372868" y="0"/>
                  </a:moveTo>
                  <a:lnTo>
                    <a:pt x="1581912" y="0"/>
                  </a:lnTo>
                  <a:lnTo>
                    <a:pt x="790956" y="0"/>
                  </a:lnTo>
                  <a:lnTo>
                    <a:pt x="0" y="0"/>
                  </a:lnTo>
                  <a:lnTo>
                    <a:pt x="0" y="10668"/>
                  </a:lnTo>
                  <a:lnTo>
                    <a:pt x="790956" y="10668"/>
                  </a:lnTo>
                  <a:lnTo>
                    <a:pt x="1581912" y="10668"/>
                  </a:lnTo>
                  <a:lnTo>
                    <a:pt x="2372868" y="10668"/>
                  </a:lnTo>
                  <a:lnTo>
                    <a:pt x="3163824" y="10668"/>
                  </a:lnTo>
                  <a:lnTo>
                    <a:pt x="3163824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32956" y="6298340"/>
            <a:ext cx="3226889" cy="272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b="true" sz="1596" spc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  <a:hlinkClick r:id="rId9" tooltip="https://www.expoasa.com.br/ideasun"/>
              </a:rPr>
              <a:t>www.expoasa.com.br/ideasun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48728" y="1882140"/>
            <a:ext cx="7303740" cy="123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A EQUIPE DEVERÁ APRESENTAR QUAL O IMPACTO ESPERADO PARA SUA SOLUÇÃO COM BASE NA VALIDAÇÃO DA SUA PROPOSTA. ESTA VALIDAÇÃO É REALIZADA ATRAVÉS DE PESQUISA, DADOS, ENTREVISTAS, AMOSTRAGEM DE ACEITAÇÃO POR FORMULÁRIOS, ENTRE OUTROS RECURSOS QUE A EQUIPE JULGAR NECESSÁRIO.  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(EXCLUIR ESTE TEXTO)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48728" y="571500"/>
            <a:ext cx="735747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spc="1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IMPACTO/ VALIDAÇÃO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48728" y="1038225"/>
            <a:ext cx="7303740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Descrever qual o impacto esperado com a solução com base na validação da proposta.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75594" y="3689413"/>
            <a:ext cx="7303740" cy="98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true">
                <a:solidFill>
                  <a:srgbClr val="DD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NÚMERO MÁXIMO DE SLIDES PERMITIDOS PARA IMPACTO/ VALIDAÇÃO= 2</a:t>
            </a:r>
          </a:p>
          <a:p>
            <a:pPr algn="ctr">
              <a:lnSpc>
                <a:spcPts val="2660"/>
              </a:lnSpc>
            </a:pPr>
            <a:r>
              <a:rPr lang="en-US" sz="1900" b="true">
                <a:solidFill>
                  <a:srgbClr val="DD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(EXCLUIR ESTE TEXTO)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65108" y="5963412"/>
            <a:ext cx="3127248" cy="765048"/>
          </a:xfrm>
          <a:custGeom>
            <a:avLst/>
            <a:gdLst/>
            <a:ahLst/>
            <a:cxnLst/>
            <a:rect r="r" b="b" t="t" l="l"/>
            <a:pathLst>
              <a:path h="765048" w="3127248">
                <a:moveTo>
                  <a:pt x="0" y="0"/>
                </a:moveTo>
                <a:lnTo>
                  <a:pt x="3127248" y="0"/>
                </a:lnTo>
                <a:lnTo>
                  <a:pt x="3127248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 descr="Uma imagem contendo Interface gráfica do usuário  Descrição gerada automaticamente"/>
          <p:cNvSpPr/>
          <p:nvPr/>
        </p:nvSpPr>
        <p:spPr>
          <a:xfrm flipH="false" flipV="false" rot="0">
            <a:off x="9913344" y="6131138"/>
            <a:ext cx="1949806" cy="469230"/>
          </a:xfrm>
          <a:custGeom>
            <a:avLst/>
            <a:gdLst/>
            <a:ahLst/>
            <a:cxnLst/>
            <a:rect r="r" b="b" t="t" l="l"/>
            <a:pathLst>
              <a:path h="469230" w="1949806">
                <a:moveTo>
                  <a:pt x="0" y="0"/>
                </a:moveTo>
                <a:lnTo>
                  <a:pt x="1949805" y="0"/>
                </a:lnTo>
                <a:lnTo>
                  <a:pt x="1949805" y="469230"/>
                </a:lnTo>
                <a:lnTo>
                  <a:pt x="0" y="469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 descr="Logotipo  Descrição gerada automaticamente"/>
          <p:cNvSpPr/>
          <p:nvPr/>
        </p:nvSpPr>
        <p:spPr>
          <a:xfrm flipH="false" flipV="false" rot="0">
            <a:off x="8966416" y="6091666"/>
            <a:ext cx="893674" cy="583282"/>
          </a:xfrm>
          <a:custGeom>
            <a:avLst/>
            <a:gdLst/>
            <a:ahLst/>
            <a:cxnLst/>
            <a:rect r="r" b="b" t="t" l="l"/>
            <a:pathLst>
              <a:path h="583282" w="893674">
                <a:moveTo>
                  <a:pt x="0" y="0"/>
                </a:moveTo>
                <a:lnTo>
                  <a:pt x="893674" y="0"/>
                </a:lnTo>
                <a:lnTo>
                  <a:pt x="893674" y="583283"/>
                </a:lnTo>
                <a:lnTo>
                  <a:pt x="0" y="583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6116" y="5963412"/>
            <a:ext cx="1944624" cy="765048"/>
          </a:xfrm>
          <a:custGeom>
            <a:avLst/>
            <a:gdLst/>
            <a:ahLst/>
            <a:cxnLst/>
            <a:rect r="r" b="b" t="t" l="l"/>
            <a:pathLst>
              <a:path h="765048" w="1944624">
                <a:moveTo>
                  <a:pt x="0" y="0"/>
                </a:moveTo>
                <a:lnTo>
                  <a:pt x="1944624" y="0"/>
                </a:lnTo>
                <a:lnTo>
                  <a:pt x="1944624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 descr="Forma  Descrição gerada automaticamente com confiança média"/>
          <p:cNvSpPr/>
          <p:nvPr/>
        </p:nvSpPr>
        <p:spPr>
          <a:xfrm flipH="false" flipV="false" rot="0">
            <a:off x="4148728" y="6075950"/>
            <a:ext cx="583501" cy="526447"/>
          </a:xfrm>
          <a:custGeom>
            <a:avLst/>
            <a:gdLst/>
            <a:ahLst/>
            <a:cxnLst/>
            <a:rect r="r" b="b" t="t" l="l"/>
            <a:pathLst>
              <a:path h="526447" w="583501">
                <a:moveTo>
                  <a:pt x="0" y="0"/>
                </a:moveTo>
                <a:lnTo>
                  <a:pt x="583502" y="0"/>
                </a:lnTo>
                <a:lnTo>
                  <a:pt x="583502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"/>
            </a:stretch>
          </a:blipFill>
        </p:spPr>
      </p:sp>
      <p:sp>
        <p:nvSpPr>
          <p:cNvPr name="Freeform 7" id="7" descr="Forma, Logotipo  O conteúdo gerado por IA pode estar incorreto."/>
          <p:cNvSpPr/>
          <p:nvPr/>
        </p:nvSpPr>
        <p:spPr>
          <a:xfrm flipH="false" flipV="false" rot="0">
            <a:off x="5029505" y="6091666"/>
            <a:ext cx="766924" cy="526447"/>
          </a:xfrm>
          <a:custGeom>
            <a:avLst/>
            <a:gdLst/>
            <a:ahLst/>
            <a:cxnLst/>
            <a:rect r="r" b="b" t="t" l="l"/>
            <a:pathLst>
              <a:path h="526447" w="766924">
                <a:moveTo>
                  <a:pt x="0" y="0"/>
                </a:moveTo>
                <a:lnTo>
                  <a:pt x="766924" y="0"/>
                </a:lnTo>
                <a:lnTo>
                  <a:pt x="766924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"/>
            </a:stretch>
          </a:blipFill>
        </p:spPr>
      </p:sp>
      <p:sp>
        <p:nvSpPr>
          <p:cNvPr name="Freeform 8" id="8" descr="Logotipo  O conteúdo gerado por IA pode estar incorreto."/>
          <p:cNvSpPr/>
          <p:nvPr/>
        </p:nvSpPr>
        <p:spPr>
          <a:xfrm flipH="false" flipV="false" rot="0">
            <a:off x="0" y="0"/>
            <a:ext cx="3810000" cy="6858000"/>
          </a:xfrm>
          <a:custGeom>
            <a:avLst/>
            <a:gdLst/>
            <a:ahLst/>
            <a:cxnLst/>
            <a:rect r="r" b="b" t="t" l="l"/>
            <a:pathLst>
              <a:path h="6858000" w="3810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8840" y="6109316"/>
            <a:ext cx="3456003" cy="29299"/>
            <a:chOff x="0" y="0"/>
            <a:chExt cx="3456000" cy="292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56051" cy="28575"/>
            </a:xfrm>
            <a:custGeom>
              <a:avLst/>
              <a:gdLst/>
              <a:ahLst/>
              <a:cxnLst/>
              <a:rect r="r" b="b" t="t" l="l"/>
              <a:pathLst>
                <a:path h="28575" w="3456051">
                  <a:moveTo>
                    <a:pt x="57150" y="0"/>
                  </a:moveTo>
                  <a:lnTo>
                    <a:pt x="85725" y="0"/>
                  </a:lnTo>
                  <a:lnTo>
                    <a:pt x="85725" y="28575"/>
                  </a:lnTo>
                  <a:lnTo>
                    <a:pt x="57150" y="28575"/>
                  </a:lnTo>
                  <a:close/>
                  <a:moveTo>
                    <a:pt x="114300" y="0"/>
                  </a:moveTo>
                  <a:lnTo>
                    <a:pt x="142875" y="0"/>
                  </a:lnTo>
                  <a:lnTo>
                    <a:pt x="142875" y="28575"/>
                  </a:lnTo>
                  <a:lnTo>
                    <a:pt x="114300" y="28575"/>
                  </a:lnTo>
                  <a:close/>
                  <a:moveTo>
                    <a:pt x="171450" y="0"/>
                  </a:moveTo>
                  <a:lnTo>
                    <a:pt x="200025" y="0"/>
                  </a:lnTo>
                  <a:lnTo>
                    <a:pt x="200025" y="28575"/>
                  </a:lnTo>
                  <a:lnTo>
                    <a:pt x="171450" y="28575"/>
                  </a:lnTo>
                  <a:close/>
                  <a:moveTo>
                    <a:pt x="228600" y="0"/>
                  </a:moveTo>
                  <a:lnTo>
                    <a:pt x="257175" y="0"/>
                  </a:lnTo>
                  <a:lnTo>
                    <a:pt x="257175" y="28575"/>
                  </a:lnTo>
                  <a:lnTo>
                    <a:pt x="228600" y="28575"/>
                  </a:lnTo>
                  <a:close/>
                  <a:moveTo>
                    <a:pt x="285750" y="0"/>
                  </a:moveTo>
                  <a:lnTo>
                    <a:pt x="314325" y="0"/>
                  </a:lnTo>
                  <a:lnTo>
                    <a:pt x="314325" y="28575"/>
                  </a:lnTo>
                  <a:lnTo>
                    <a:pt x="285750" y="28575"/>
                  </a:lnTo>
                  <a:close/>
                  <a:moveTo>
                    <a:pt x="342900" y="0"/>
                  </a:moveTo>
                  <a:lnTo>
                    <a:pt x="371475" y="0"/>
                  </a:lnTo>
                  <a:lnTo>
                    <a:pt x="371475" y="28575"/>
                  </a:lnTo>
                  <a:lnTo>
                    <a:pt x="342900" y="28575"/>
                  </a:lnTo>
                  <a:close/>
                  <a:moveTo>
                    <a:pt x="400050" y="0"/>
                  </a:moveTo>
                  <a:lnTo>
                    <a:pt x="428625" y="0"/>
                  </a:lnTo>
                  <a:lnTo>
                    <a:pt x="428625" y="28575"/>
                  </a:lnTo>
                  <a:lnTo>
                    <a:pt x="400050" y="28575"/>
                  </a:lnTo>
                  <a:close/>
                  <a:moveTo>
                    <a:pt x="457200" y="0"/>
                  </a:moveTo>
                  <a:lnTo>
                    <a:pt x="485775" y="0"/>
                  </a:lnTo>
                  <a:lnTo>
                    <a:pt x="485775" y="28575"/>
                  </a:lnTo>
                  <a:lnTo>
                    <a:pt x="457200" y="28575"/>
                  </a:lnTo>
                  <a:close/>
                  <a:moveTo>
                    <a:pt x="514350" y="0"/>
                  </a:moveTo>
                  <a:lnTo>
                    <a:pt x="542925" y="0"/>
                  </a:lnTo>
                  <a:lnTo>
                    <a:pt x="542925" y="28575"/>
                  </a:lnTo>
                  <a:lnTo>
                    <a:pt x="514350" y="28575"/>
                  </a:lnTo>
                  <a:close/>
                  <a:moveTo>
                    <a:pt x="571500" y="0"/>
                  </a:moveTo>
                  <a:lnTo>
                    <a:pt x="600075" y="0"/>
                  </a:lnTo>
                  <a:lnTo>
                    <a:pt x="600075" y="28575"/>
                  </a:lnTo>
                  <a:lnTo>
                    <a:pt x="571500" y="28575"/>
                  </a:lnTo>
                  <a:close/>
                  <a:moveTo>
                    <a:pt x="628650" y="0"/>
                  </a:moveTo>
                  <a:lnTo>
                    <a:pt x="657225" y="0"/>
                  </a:lnTo>
                  <a:lnTo>
                    <a:pt x="657225" y="28575"/>
                  </a:lnTo>
                  <a:lnTo>
                    <a:pt x="628650" y="28575"/>
                  </a:lnTo>
                  <a:close/>
                  <a:moveTo>
                    <a:pt x="685800" y="0"/>
                  </a:moveTo>
                  <a:lnTo>
                    <a:pt x="714375" y="0"/>
                  </a:lnTo>
                  <a:lnTo>
                    <a:pt x="714375" y="28575"/>
                  </a:lnTo>
                  <a:lnTo>
                    <a:pt x="685800" y="28575"/>
                  </a:lnTo>
                  <a:close/>
                  <a:moveTo>
                    <a:pt x="742950" y="0"/>
                  </a:moveTo>
                  <a:lnTo>
                    <a:pt x="771525" y="0"/>
                  </a:lnTo>
                  <a:lnTo>
                    <a:pt x="771525" y="28575"/>
                  </a:lnTo>
                  <a:lnTo>
                    <a:pt x="742950" y="28575"/>
                  </a:lnTo>
                  <a:close/>
                  <a:moveTo>
                    <a:pt x="800100" y="0"/>
                  </a:moveTo>
                  <a:lnTo>
                    <a:pt x="828675" y="0"/>
                  </a:lnTo>
                  <a:lnTo>
                    <a:pt x="828675" y="28575"/>
                  </a:lnTo>
                  <a:lnTo>
                    <a:pt x="800100" y="28575"/>
                  </a:lnTo>
                  <a:close/>
                  <a:moveTo>
                    <a:pt x="857250" y="0"/>
                  </a:moveTo>
                  <a:lnTo>
                    <a:pt x="885825" y="0"/>
                  </a:lnTo>
                  <a:lnTo>
                    <a:pt x="885825" y="28575"/>
                  </a:lnTo>
                  <a:lnTo>
                    <a:pt x="857250" y="28575"/>
                  </a:lnTo>
                  <a:close/>
                  <a:moveTo>
                    <a:pt x="914400" y="0"/>
                  </a:moveTo>
                  <a:lnTo>
                    <a:pt x="942975" y="0"/>
                  </a:lnTo>
                  <a:lnTo>
                    <a:pt x="942975" y="28575"/>
                  </a:lnTo>
                  <a:lnTo>
                    <a:pt x="914400" y="28575"/>
                  </a:lnTo>
                  <a:close/>
                  <a:moveTo>
                    <a:pt x="971550" y="0"/>
                  </a:moveTo>
                  <a:lnTo>
                    <a:pt x="1000125" y="0"/>
                  </a:lnTo>
                  <a:lnTo>
                    <a:pt x="1000125" y="28575"/>
                  </a:lnTo>
                  <a:lnTo>
                    <a:pt x="971550" y="28575"/>
                  </a:lnTo>
                  <a:close/>
                  <a:moveTo>
                    <a:pt x="1028700" y="0"/>
                  </a:moveTo>
                  <a:lnTo>
                    <a:pt x="1057275" y="0"/>
                  </a:lnTo>
                  <a:lnTo>
                    <a:pt x="1057275" y="28575"/>
                  </a:lnTo>
                  <a:lnTo>
                    <a:pt x="1028700" y="28575"/>
                  </a:lnTo>
                  <a:close/>
                  <a:moveTo>
                    <a:pt x="1085850" y="0"/>
                  </a:moveTo>
                  <a:lnTo>
                    <a:pt x="1114425" y="0"/>
                  </a:lnTo>
                  <a:lnTo>
                    <a:pt x="1114425" y="28575"/>
                  </a:lnTo>
                  <a:lnTo>
                    <a:pt x="1085850" y="28575"/>
                  </a:lnTo>
                  <a:close/>
                  <a:moveTo>
                    <a:pt x="1143000" y="0"/>
                  </a:moveTo>
                  <a:lnTo>
                    <a:pt x="1171575" y="0"/>
                  </a:lnTo>
                  <a:lnTo>
                    <a:pt x="1171575" y="28575"/>
                  </a:lnTo>
                  <a:lnTo>
                    <a:pt x="1143000" y="28575"/>
                  </a:lnTo>
                  <a:close/>
                  <a:moveTo>
                    <a:pt x="1200150" y="0"/>
                  </a:moveTo>
                  <a:lnTo>
                    <a:pt x="1228725" y="0"/>
                  </a:lnTo>
                  <a:lnTo>
                    <a:pt x="1228725" y="28575"/>
                  </a:lnTo>
                  <a:lnTo>
                    <a:pt x="1200150" y="28575"/>
                  </a:lnTo>
                  <a:close/>
                  <a:moveTo>
                    <a:pt x="1257300" y="0"/>
                  </a:moveTo>
                  <a:lnTo>
                    <a:pt x="1285875" y="0"/>
                  </a:lnTo>
                  <a:lnTo>
                    <a:pt x="1285875" y="28575"/>
                  </a:lnTo>
                  <a:lnTo>
                    <a:pt x="1257300" y="28575"/>
                  </a:lnTo>
                  <a:close/>
                  <a:moveTo>
                    <a:pt x="1314450" y="0"/>
                  </a:moveTo>
                  <a:lnTo>
                    <a:pt x="1343025" y="0"/>
                  </a:lnTo>
                  <a:lnTo>
                    <a:pt x="1343025" y="28575"/>
                  </a:lnTo>
                  <a:lnTo>
                    <a:pt x="1314450" y="28575"/>
                  </a:lnTo>
                  <a:close/>
                  <a:moveTo>
                    <a:pt x="1371600" y="0"/>
                  </a:moveTo>
                  <a:lnTo>
                    <a:pt x="1400175" y="0"/>
                  </a:lnTo>
                  <a:lnTo>
                    <a:pt x="1400175" y="28575"/>
                  </a:lnTo>
                  <a:lnTo>
                    <a:pt x="1371600" y="28575"/>
                  </a:lnTo>
                  <a:close/>
                  <a:moveTo>
                    <a:pt x="1428750" y="0"/>
                  </a:moveTo>
                  <a:lnTo>
                    <a:pt x="1457325" y="0"/>
                  </a:lnTo>
                  <a:lnTo>
                    <a:pt x="1457325" y="28575"/>
                  </a:lnTo>
                  <a:lnTo>
                    <a:pt x="1428750" y="28575"/>
                  </a:lnTo>
                  <a:close/>
                  <a:moveTo>
                    <a:pt x="1485900" y="0"/>
                  </a:moveTo>
                  <a:lnTo>
                    <a:pt x="1514475" y="0"/>
                  </a:lnTo>
                  <a:lnTo>
                    <a:pt x="1514475" y="28575"/>
                  </a:lnTo>
                  <a:lnTo>
                    <a:pt x="1485900" y="28575"/>
                  </a:lnTo>
                  <a:close/>
                  <a:moveTo>
                    <a:pt x="1543050" y="0"/>
                  </a:moveTo>
                  <a:lnTo>
                    <a:pt x="1571625" y="0"/>
                  </a:lnTo>
                  <a:lnTo>
                    <a:pt x="1571625" y="28575"/>
                  </a:lnTo>
                  <a:lnTo>
                    <a:pt x="1543050" y="28575"/>
                  </a:lnTo>
                  <a:close/>
                  <a:moveTo>
                    <a:pt x="1600200" y="0"/>
                  </a:moveTo>
                  <a:lnTo>
                    <a:pt x="1628775" y="0"/>
                  </a:lnTo>
                  <a:lnTo>
                    <a:pt x="1628775" y="28575"/>
                  </a:lnTo>
                  <a:lnTo>
                    <a:pt x="1600200" y="28575"/>
                  </a:lnTo>
                  <a:close/>
                  <a:moveTo>
                    <a:pt x="1657350" y="0"/>
                  </a:moveTo>
                  <a:lnTo>
                    <a:pt x="1685925" y="0"/>
                  </a:lnTo>
                  <a:lnTo>
                    <a:pt x="1685925" y="28575"/>
                  </a:lnTo>
                  <a:lnTo>
                    <a:pt x="1657350" y="28575"/>
                  </a:lnTo>
                  <a:close/>
                  <a:moveTo>
                    <a:pt x="1714500" y="0"/>
                  </a:moveTo>
                  <a:lnTo>
                    <a:pt x="1743075" y="0"/>
                  </a:lnTo>
                  <a:lnTo>
                    <a:pt x="1743075" y="28575"/>
                  </a:lnTo>
                  <a:lnTo>
                    <a:pt x="1714500" y="28575"/>
                  </a:lnTo>
                  <a:close/>
                  <a:moveTo>
                    <a:pt x="1771650" y="0"/>
                  </a:moveTo>
                  <a:lnTo>
                    <a:pt x="1800225" y="0"/>
                  </a:lnTo>
                  <a:lnTo>
                    <a:pt x="1800225" y="28575"/>
                  </a:lnTo>
                  <a:lnTo>
                    <a:pt x="1771650" y="28575"/>
                  </a:lnTo>
                  <a:close/>
                  <a:moveTo>
                    <a:pt x="1828800" y="0"/>
                  </a:moveTo>
                  <a:lnTo>
                    <a:pt x="1857375" y="0"/>
                  </a:lnTo>
                  <a:lnTo>
                    <a:pt x="1857375" y="28575"/>
                  </a:lnTo>
                  <a:lnTo>
                    <a:pt x="1828800" y="28575"/>
                  </a:lnTo>
                  <a:close/>
                  <a:moveTo>
                    <a:pt x="1885950" y="0"/>
                  </a:moveTo>
                  <a:lnTo>
                    <a:pt x="1914525" y="0"/>
                  </a:lnTo>
                  <a:lnTo>
                    <a:pt x="1914525" y="28575"/>
                  </a:lnTo>
                  <a:lnTo>
                    <a:pt x="1885950" y="28575"/>
                  </a:lnTo>
                  <a:close/>
                  <a:moveTo>
                    <a:pt x="1943100" y="0"/>
                  </a:moveTo>
                  <a:lnTo>
                    <a:pt x="1971675" y="0"/>
                  </a:lnTo>
                  <a:lnTo>
                    <a:pt x="1971675" y="28575"/>
                  </a:lnTo>
                  <a:lnTo>
                    <a:pt x="1943100" y="28575"/>
                  </a:lnTo>
                  <a:close/>
                  <a:moveTo>
                    <a:pt x="2000250" y="0"/>
                  </a:moveTo>
                  <a:lnTo>
                    <a:pt x="2028825" y="0"/>
                  </a:lnTo>
                  <a:lnTo>
                    <a:pt x="2028825" y="28575"/>
                  </a:lnTo>
                  <a:lnTo>
                    <a:pt x="2000250" y="28575"/>
                  </a:lnTo>
                  <a:close/>
                  <a:moveTo>
                    <a:pt x="2057400" y="0"/>
                  </a:moveTo>
                  <a:lnTo>
                    <a:pt x="2085975" y="0"/>
                  </a:lnTo>
                  <a:lnTo>
                    <a:pt x="2085975" y="28575"/>
                  </a:lnTo>
                  <a:lnTo>
                    <a:pt x="2057400" y="28575"/>
                  </a:lnTo>
                  <a:close/>
                  <a:moveTo>
                    <a:pt x="2114550" y="0"/>
                  </a:moveTo>
                  <a:lnTo>
                    <a:pt x="2143125" y="0"/>
                  </a:lnTo>
                  <a:lnTo>
                    <a:pt x="2143125" y="28575"/>
                  </a:lnTo>
                  <a:lnTo>
                    <a:pt x="2114550" y="28575"/>
                  </a:lnTo>
                  <a:close/>
                  <a:moveTo>
                    <a:pt x="2171700" y="0"/>
                  </a:moveTo>
                  <a:lnTo>
                    <a:pt x="2200275" y="0"/>
                  </a:lnTo>
                  <a:lnTo>
                    <a:pt x="2200275" y="28575"/>
                  </a:lnTo>
                  <a:lnTo>
                    <a:pt x="2171700" y="28575"/>
                  </a:lnTo>
                  <a:close/>
                  <a:moveTo>
                    <a:pt x="2228850" y="0"/>
                  </a:moveTo>
                  <a:lnTo>
                    <a:pt x="2257425" y="0"/>
                  </a:lnTo>
                  <a:lnTo>
                    <a:pt x="2257425" y="28575"/>
                  </a:lnTo>
                  <a:lnTo>
                    <a:pt x="2228850" y="28575"/>
                  </a:lnTo>
                  <a:close/>
                  <a:moveTo>
                    <a:pt x="2286000" y="0"/>
                  </a:moveTo>
                  <a:lnTo>
                    <a:pt x="2314575" y="0"/>
                  </a:lnTo>
                  <a:lnTo>
                    <a:pt x="2314575" y="28575"/>
                  </a:lnTo>
                  <a:lnTo>
                    <a:pt x="2286000" y="28575"/>
                  </a:lnTo>
                  <a:close/>
                  <a:moveTo>
                    <a:pt x="2343150" y="0"/>
                  </a:moveTo>
                  <a:lnTo>
                    <a:pt x="2371725" y="0"/>
                  </a:lnTo>
                  <a:lnTo>
                    <a:pt x="2371725" y="28575"/>
                  </a:lnTo>
                  <a:lnTo>
                    <a:pt x="2343150" y="28575"/>
                  </a:lnTo>
                  <a:close/>
                  <a:moveTo>
                    <a:pt x="2400300" y="0"/>
                  </a:moveTo>
                  <a:lnTo>
                    <a:pt x="2428875" y="0"/>
                  </a:lnTo>
                  <a:lnTo>
                    <a:pt x="2428875" y="28575"/>
                  </a:lnTo>
                  <a:lnTo>
                    <a:pt x="2400300" y="28575"/>
                  </a:lnTo>
                  <a:close/>
                  <a:moveTo>
                    <a:pt x="2457450" y="0"/>
                  </a:moveTo>
                  <a:lnTo>
                    <a:pt x="2486025" y="0"/>
                  </a:lnTo>
                  <a:lnTo>
                    <a:pt x="2486025" y="28575"/>
                  </a:lnTo>
                  <a:lnTo>
                    <a:pt x="2457450" y="28575"/>
                  </a:lnTo>
                  <a:close/>
                  <a:moveTo>
                    <a:pt x="2514600" y="0"/>
                  </a:moveTo>
                  <a:lnTo>
                    <a:pt x="2543175" y="0"/>
                  </a:lnTo>
                  <a:lnTo>
                    <a:pt x="2543175" y="28575"/>
                  </a:lnTo>
                  <a:lnTo>
                    <a:pt x="2514600" y="28575"/>
                  </a:lnTo>
                  <a:close/>
                  <a:moveTo>
                    <a:pt x="2571750" y="0"/>
                  </a:moveTo>
                  <a:lnTo>
                    <a:pt x="2600325" y="0"/>
                  </a:lnTo>
                  <a:lnTo>
                    <a:pt x="2600325" y="28575"/>
                  </a:lnTo>
                  <a:lnTo>
                    <a:pt x="2571750" y="28575"/>
                  </a:lnTo>
                  <a:close/>
                  <a:moveTo>
                    <a:pt x="2628900" y="0"/>
                  </a:moveTo>
                  <a:lnTo>
                    <a:pt x="2657475" y="0"/>
                  </a:lnTo>
                  <a:lnTo>
                    <a:pt x="2657475" y="28575"/>
                  </a:lnTo>
                  <a:lnTo>
                    <a:pt x="2628900" y="28575"/>
                  </a:lnTo>
                  <a:close/>
                  <a:moveTo>
                    <a:pt x="2686050" y="0"/>
                  </a:moveTo>
                  <a:lnTo>
                    <a:pt x="2714625" y="0"/>
                  </a:lnTo>
                  <a:lnTo>
                    <a:pt x="2714625" y="28575"/>
                  </a:lnTo>
                  <a:lnTo>
                    <a:pt x="2686050" y="28575"/>
                  </a:lnTo>
                  <a:close/>
                  <a:moveTo>
                    <a:pt x="2743200" y="0"/>
                  </a:moveTo>
                  <a:lnTo>
                    <a:pt x="2771775" y="0"/>
                  </a:lnTo>
                  <a:lnTo>
                    <a:pt x="2771775" y="28575"/>
                  </a:lnTo>
                  <a:lnTo>
                    <a:pt x="2743200" y="28575"/>
                  </a:lnTo>
                  <a:close/>
                  <a:moveTo>
                    <a:pt x="2800350" y="0"/>
                  </a:moveTo>
                  <a:lnTo>
                    <a:pt x="2828925" y="0"/>
                  </a:lnTo>
                  <a:lnTo>
                    <a:pt x="2828925" y="28575"/>
                  </a:lnTo>
                  <a:lnTo>
                    <a:pt x="2800350" y="28575"/>
                  </a:lnTo>
                  <a:close/>
                  <a:moveTo>
                    <a:pt x="2857500" y="0"/>
                  </a:moveTo>
                  <a:lnTo>
                    <a:pt x="2886075" y="0"/>
                  </a:lnTo>
                  <a:lnTo>
                    <a:pt x="2886075" y="28575"/>
                  </a:lnTo>
                  <a:lnTo>
                    <a:pt x="2857500" y="28575"/>
                  </a:lnTo>
                  <a:close/>
                  <a:moveTo>
                    <a:pt x="2914650" y="0"/>
                  </a:moveTo>
                  <a:lnTo>
                    <a:pt x="2943225" y="0"/>
                  </a:lnTo>
                  <a:lnTo>
                    <a:pt x="2943225" y="28575"/>
                  </a:lnTo>
                  <a:lnTo>
                    <a:pt x="2914650" y="28575"/>
                  </a:lnTo>
                  <a:close/>
                  <a:moveTo>
                    <a:pt x="2971800" y="0"/>
                  </a:moveTo>
                  <a:lnTo>
                    <a:pt x="3000375" y="0"/>
                  </a:lnTo>
                  <a:lnTo>
                    <a:pt x="3000375" y="28575"/>
                  </a:lnTo>
                  <a:lnTo>
                    <a:pt x="2971800" y="28575"/>
                  </a:lnTo>
                  <a:close/>
                  <a:moveTo>
                    <a:pt x="3028950" y="0"/>
                  </a:moveTo>
                  <a:lnTo>
                    <a:pt x="3057525" y="0"/>
                  </a:lnTo>
                  <a:lnTo>
                    <a:pt x="3057525" y="28575"/>
                  </a:lnTo>
                  <a:lnTo>
                    <a:pt x="3028950" y="28575"/>
                  </a:lnTo>
                  <a:close/>
                  <a:moveTo>
                    <a:pt x="3086100" y="0"/>
                  </a:moveTo>
                  <a:lnTo>
                    <a:pt x="3114675" y="0"/>
                  </a:lnTo>
                  <a:lnTo>
                    <a:pt x="3114675" y="28575"/>
                  </a:lnTo>
                  <a:lnTo>
                    <a:pt x="3086100" y="28575"/>
                  </a:lnTo>
                  <a:close/>
                  <a:moveTo>
                    <a:pt x="3143250" y="0"/>
                  </a:moveTo>
                  <a:lnTo>
                    <a:pt x="3171825" y="0"/>
                  </a:lnTo>
                  <a:lnTo>
                    <a:pt x="3171825" y="28575"/>
                  </a:lnTo>
                  <a:lnTo>
                    <a:pt x="3143250" y="28575"/>
                  </a:lnTo>
                  <a:close/>
                  <a:moveTo>
                    <a:pt x="3200400" y="0"/>
                  </a:moveTo>
                  <a:lnTo>
                    <a:pt x="3228975" y="0"/>
                  </a:lnTo>
                  <a:lnTo>
                    <a:pt x="3228975" y="28575"/>
                  </a:lnTo>
                  <a:lnTo>
                    <a:pt x="3200400" y="28575"/>
                  </a:lnTo>
                  <a:close/>
                  <a:moveTo>
                    <a:pt x="3257550" y="0"/>
                  </a:moveTo>
                  <a:lnTo>
                    <a:pt x="3286125" y="0"/>
                  </a:lnTo>
                  <a:lnTo>
                    <a:pt x="3286125" y="28575"/>
                  </a:lnTo>
                  <a:lnTo>
                    <a:pt x="3257550" y="28575"/>
                  </a:lnTo>
                  <a:close/>
                  <a:moveTo>
                    <a:pt x="3314700" y="0"/>
                  </a:moveTo>
                  <a:lnTo>
                    <a:pt x="3343275" y="0"/>
                  </a:lnTo>
                  <a:lnTo>
                    <a:pt x="3343275" y="28575"/>
                  </a:lnTo>
                  <a:lnTo>
                    <a:pt x="3314700" y="28575"/>
                  </a:lnTo>
                  <a:close/>
                  <a:moveTo>
                    <a:pt x="3371850" y="0"/>
                  </a:moveTo>
                  <a:lnTo>
                    <a:pt x="3400425" y="0"/>
                  </a:lnTo>
                  <a:lnTo>
                    <a:pt x="3400425" y="28575"/>
                  </a:lnTo>
                  <a:lnTo>
                    <a:pt x="3371850" y="28575"/>
                  </a:lnTo>
                  <a:close/>
                  <a:moveTo>
                    <a:pt x="3429000" y="0"/>
                  </a:moveTo>
                  <a:lnTo>
                    <a:pt x="3456051" y="0"/>
                  </a:lnTo>
                  <a:lnTo>
                    <a:pt x="3456051" y="28575"/>
                  </a:lnTo>
                  <a:lnTo>
                    <a:pt x="3429000" y="28575"/>
                  </a:lnTo>
                  <a:close/>
                  <a:moveTo>
                    <a:pt x="0" y="0"/>
                  </a:moveTo>
                  <a:lnTo>
                    <a:pt x="28575" y="0"/>
                  </a:lnTo>
                  <a:lnTo>
                    <a:pt x="28575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332956" y="6538646"/>
            <a:ext cx="3163824" cy="10668"/>
            <a:chOff x="0" y="0"/>
            <a:chExt cx="3163824" cy="106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63824" cy="10668"/>
            </a:xfrm>
            <a:custGeom>
              <a:avLst/>
              <a:gdLst/>
              <a:ahLst/>
              <a:cxnLst/>
              <a:rect r="r" b="b" t="t" l="l"/>
              <a:pathLst>
                <a:path h="10668" w="3163824">
                  <a:moveTo>
                    <a:pt x="2372868" y="0"/>
                  </a:moveTo>
                  <a:lnTo>
                    <a:pt x="1581912" y="0"/>
                  </a:lnTo>
                  <a:lnTo>
                    <a:pt x="790956" y="0"/>
                  </a:lnTo>
                  <a:lnTo>
                    <a:pt x="0" y="0"/>
                  </a:lnTo>
                  <a:lnTo>
                    <a:pt x="0" y="10668"/>
                  </a:lnTo>
                  <a:lnTo>
                    <a:pt x="790956" y="10668"/>
                  </a:lnTo>
                  <a:lnTo>
                    <a:pt x="1581912" y="10668"/>
                  </a:lnTo>
                  <a:lnTo>
                    <a:pt x="2372868" y="10668"/>
                  </a:lnTo>
                  <a:lnTo>
                    <a:pt x="3163824" y="10668"/>
                  </a:lnTo>
                  <a:lnTo>
                    <a:pt x="3163824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32956" y="6298340"/>
            <a:ext cx="3226889" cy="272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b="true" sz="1596" spc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  <a:hlinkClick r:id="rId9" tooltip="https://www.expoasa.com.br/ideasun"/>
              </a:rPr>
              <a:t>www.expoasa.com.br/ideasun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48728" y="1882140"/>
            <a:ext cx="7303740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ESTE SLIDE É LIVRE PARA QUALQUER OUTRA INFORMAÇÃO QUE A EQUIPE JULGAR NECESSÁRIA.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(EXCLUIR ESTE TEXTO)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48728" y="571500"/>
            <a:ext cx="735747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spc="1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TÍTULO LIVRE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48728" y="1038225"/>
            <a:ext cx="7303740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Texto livre.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65108" y="5963412"/>
            <a:ext cx="3127248" cy="765048"/>
          </a:xfrm>
          <a:custGeom>
            <a:avLst/>
            <a:gdLst/>
            <a:ahLst/>
            <a:cxnLst/>
            <a:rect r="r" b="b" t="t" l="l"/>
            <a:pathLst>
              <a:path h="765048" w="3127248">
                <a:moveTo>
                  <a:pt x="0" y="0"/>
                </a:moveTo>
                <a:lnTo>
                  <a:pt x="3127248" y="0"/>
                </a:lnTo>
                <a:lnTo>
                  <a:pt x="3127248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 descr="Uma imagem contendo Interface gráfica do usuário  Descrição gerada automaticamente"/>
          <p:cNvSpPr/>
          <p:nvPr/>
        </p:nvSpPr>
        <p:spPr>
          <a:xfrm flipH="false" flipV="false" rot="0">
            <a:off x="9913344" y="6131138"/>
            <a:ext cx="1949806" cy="469230"/>
          </a:xfrm>
          <a:custGeom>
            <a:avLst/>
            <a:gdLst/>
            <a:ahLst/>
            <a:cxnLst/>
            <a:rect r="r" b="b" t="t" l="l"/>
            <a:pathLst>
              <a:path h="469230" w="1949806">
                <a:moveTo>
                  <a:pt x="0" y="0"/>
                </a:moveTo>
                <a:lnTo>
                  <a:pt x="1949805" y="0"/>
                </a:lnTo>
                <a:lnTo>
                  <a:pt x="1949805" y="469230"/>
                </a:lnTo>
                <a:lnTo>
                  <a:pt x="0" y="4692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 descr="Logotipo  Descrição gerada automaticamente"/>
          <p:cNvSpPr/>
          <p:nvPr/>
        </p:nvSpPr>
        <p:spPr>
          <a:xfrm flipH="false" flipV="false" rot="0">
            <a:off x="8966416" y="6091666"/>
            <a:ext cx="893674" cy="583282"/>
          </a:xfrm>
          <a:custGeom>
            <a:avLst/>
            <a:gdLst/>
            <a:ahLst/>
            <a:cxnLst/>
            <a:rect r="r" b="b" t="t" l="l"/>
            <a:pathLst>
              <a:path h="583282" w="893674">
                <a:moveTo>
                  <a:pt x="0" y="0"/>
                </a:moveTo>
                <a:lnTo>
                  <a:pt x="893674" y="0"/>
                </a:lnTo>
                <a:lnTo>
                  <a:pt x="893674" y="583283"/>
                </a:lnTo>
                <a:lnTo>
                  <a:pt x="0" y="5832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6116" y="5963412"/>
            <a:ext cx="1944624" cy="765048"/>
          </a:xfrm>
          <a:custGeom>
            <a:avLst/>
            <a:gdLst/>
            <a:ahLst/>
            <a:cxnLst/>
            <a:rect r="r" b="b" t="t" l="l"/>
            <a:pathLst>
              <a:path h="765048" w="1944624">
                <a:moveTo>
                  <a:pt x="0" y="0"/>
                </a:moveTo>
                <a:lnTo>
                  <a:pt x="1944624" y="0"/>
                </a:lnTo>
                <a:lnTo>
                  <a:pt x="1944624" y="765048"/>
                </a:lnTo>
                <a:lnTo>
                  <a:pt x="0" y="7650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 descr="Forma  Descrição gerada automaticamente com confiança média"/>
          <p:cNvSpPr/>
          <p:nvPr/>
        </p:nvSpPr>
        <p:spPr>
          <a:xfrm flipH="false" flipV="false" rot="0">
            <a:off x="4148728" y="6075950"/>
            <a:ext cx="583501" cy="526447"/>
          </a:xfrm>
          <a:custGeom>
            <a:avLst/>
            <a:gdLst/>
            <a:ahLst/>
            <a:cxnLst/>
            <a:rect r="r" b="b" t="t" l="l"/>
            <a:pathLst>
              <a:path h="526447" w="583501">
                <a:moveTo>
                  <a:pt x="0" y="0"/>
                </a:moveTo>
                <a:lnTo>
                  <a:pt x="583502" y="0"/>
                </a:lnTo>
                <a:lnTo>
                  <a:pt x="583502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1"/>
            </a:stretch>
          </a:blipFill>
        </p:spPr>
      </p:sp>
      <p:sp>
        <p:nvSpPr>
          <p:cNvPr name="Freeform 7" id="7" descr="Forma, Logotipo  O conteúdo gerado por IA pode estar incorreto."/>
          <p:cNvSpPr/>
          <p:nvPr/>
        </p:nvSpPr>
        <p:spPr>
          <a:xfrm flipH="false" flipV="false" rot="0">
            <a:off x="5029505" y="6091666"/>
            <a:ext cx="766924" cy="526447"/>
          </a:xfrm>
          <a:custGeom>
            <a:avLst/>
            <a:gdLst/>
            <a:ahLst/>
            <a:cxnLst/>
            <a:rect r="r" b="b" t="t" l="l"/>
            <a:pathLst>
              <a:path h="526447" w="766924">
                <a:moveTo>
                  <a:pt x="0" y="0"/>
                </a:moveTo>
                <a:lnTo>
                  <a:pt x="766924" y="0"/>
                </a:lnTo>
                <a:lnTo>
                  <a:pt x="766924" y="526447"/>
                </a:lnTo>
                <a:lnTo>
                  <a:pt x="0" y="526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"/>
            </a:stretch>
          </a:blipFill>
        </p:spPr>
      </p:sp>
      <p:sp>
        <p:nvSpPr>
          <p:cNvPr name="Freeform 8" id="8" descr="Logotipo  O conteúdo gerado por IA pode estar incorreto."/>
          <p:cNvSpPr/>
          <p:nvPr/>
        </p:nvSpPr>
        <p:spPr>
          <a:xfrm flipH="false" flipV="false" rot="0">
            <a:off x="0" y="0"/>
            <a:ext cx="3810000" cy="6858000"/>
          </a:xfrm>
          <a:custGeom>
            <a:avLst/>
            <a:gdLst/>
            <a:ahLst/>
            <a:cxnLst/>
            <a:rect r="r" b="b" t="t" l="l"/>
            <a:pathLst>
              <a:path h="6858000" w="3810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8840" y="6109316"/>
            <a:ext cx="3456003" cy="29299"/>
            <a:chOff x="0" y="0"/>
            <a:chExt cx="3456000" cy="292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56051" cy="28575"/>
            </a:xfrm>
            <a:custGeom>
              <a:avLst/>
              <a:gdLst/>
              <a:ahLst/>
              <a:cxnLst/>
              <a:rect r="r" b="b" t="t" l="l"/>
              <a:pathLst>
                <a:path h="28575" w="3456051">
                  <a:moveTo>
                    <a:pt x="57150" y="0"/>
                  </a:moveTo>
                  <a:lnTo>
                    <a:pt x="85725" y="0"/>
                  </a:lnTo>
                  <a:lnTo>
                    <a:pt x="85725" y="28575"/>
                  </a:lnTo>
                  <a:lnTo>
                    <a:pt x="57150" y="28575"/>
                  </a:lnTo>
                  <a:close/>
                  <a:moveTo>
                    <a:pt x="114300" y="0"/>
                  </a:moveTo>
                  <a:lnTo>
                    <a:pt x="142875" y="0"/>
                  </a:lnTo>
                  <a:lnTo>
                    <a:pt x="142875" y="28575"/>
                  </a:lnTo>
                  <a:lnTo>
                    <a:pt x="114300" y="28575"/>
                  </a:lnTo>
                  <a:close/>
                  <a:moveTo>
                    <a:pt x="171450" y="0"/>
                  </a:moveTo>
                  <a:lnTo>
                    <a:pt x="200025" y="0"/>
                  </a:lnTo>
                  <a:lnTo>
                    <a:pt x="200025" y="28575"/>
                  </a:lnTo>
                  <a:lnTo>
                    <a:pt x="171450" y="28575"/>
                  </a:lnTo>
                  <a:close/>
                  <a:moveTo>
                    <a:pt x="228600" y="0"/>
                  </a:moveTo>
                  <a:lnTo>
                    <a:pt x="257175" y="0"/>
                  </a:lnTo>
                  <a:lnTo>
                    <a:pt x="257175" y="28575"/>
                  </a:lnTo>
                  <a:lnTo>
                    <a:pt x="228600" y="28575"/>
                  </a:lnTo>
                  <a:close/>
                  <a:moveTo>
                    <a:pt x="285750" y="0"/>
                  </a:moveTo>
                  <a:lnTo>
                    <a:pt x="314325" y="0"/>
                  </a:lnTo>
                  <a:lnTo>
                    <a:pt x="314325" y="28575"/>
                  </a:lnTo>
                  <a:lnTo>
                    <a:pt x="285750" y="28575"/>
                  </a:lnTo>
                  <a:close/>
                  <a:moveTo>
                    <a:pt x="342900" y="0"/>
                  </a:moveTo>
                  <a:lnTo>
                    <a:pt x="371475" y="0"/>
                  </a:lnTo>
                  <a:lnTo>
                    <a:pt x="371475" y="28575"/>
                  </a:lnTo>
                  <a:lnTo>
                    <a:pt x="342900" y="28575"/>
                  </a:lnTo>
                  <a:close/>
                  <a:moveTo>
                    <a:pt x="400050" y="0"/>
                  </a:moveTo>
                  <a:lnTo>
                    <a:pt x="428625" y="0"/>
                  </a:lnTo>
                  <a:lnTo>
                    <a:pt x="428625" y="28575"/>
                  </a:lnTo>
                  <a:lnTo>
                    <a:pt x="400050" y="28575"/>
                  </a:lnTo>
                  <a:close/>
                  <a:moveTo>
                    <a:pt x="457200" y="0"/>
                  </a:moveTo>
                  <a:lnTo>
                    <a:pt x="485775" y="0"/>
                  </a:lnTo>
                  <a:lnTo>
                    <a:pt x="485775" y="28575"/>
                  </a:lnTo>
                  <a:lnTo>
                    <a:pt x="457200" y="28575"/>
                  </a:lnTo>
                  <a:close/>
                  <a:moveTo>
                    <a:pt x="514350" y="0"/>
                  </a:moveTo>
                  <a:lnTo>
                    <a:pt x="542925" y="0"/>
                  </a:lnTo>
                  <a:lnTo>
                    <a:pt x="542925" y="28575"/>
                  </a:lnTo>
                  <a:lnTo>
                    <a:pt x="514350" y="28575"/>
                  </a:lnTo>
                  <a:close/>
                  <a:moveTo>
                    <a:pt x="571500" y="0"/>
                  </a:moveTo>
                  <a:lnTo>
                    <a:pt x="600075" y="0"/>
                  </a:lnTo>
                  <a:lnTo>
                    <a:pt x="600075" y="28575"/>
                  </a:lnTo>
                  <a:lnTo>
                    <a:pt x="571500" y="28575"/>
                  </a:lnTo>
                  <a:close/>
                  <a:moveTo>
                    <a:pt x="628650" y="0"/>
                  </a:moveTo>
                  <a:lnTo>
                    <a:pt x="657225" y="0"/>
                  </a:lnTo>
                  <a:lnTo>
                    <a:pt x="657225" y="28575"/>
                  </a:lnTo>
                  <a:lnTo>
                    <a:pt x="628650" y="28575"/>
                  </a:lnTo>
                  <a:close/>
                  <a:moveTo>
                    <a:pt x="685800" y="0"/>
                  </a:moveTo>
                  <a:lnTo>
                    <a:pt x="714375" y="0"/>
                  </a:lnTo>
                  <a:lnTo>
                    <a:pt x="714375" y="28575"/>
                  </a:lnTo>
                  <a:lnTo>
                    <a:pt x="685800" y="28575"/>
                  </a:lnTo>
                  <a:close/>
                  <a:moveTo>
                    <a:pt x="742950" y="0"/>
                  </a:moveTo>
                  <a:lnTo>
                    <a:pt x="771525" y="0"/>
                  </a:lnTo>
                  <a:lnTo>
                    <a:pt x="771525" y="28575"/>
                  </a:lnTo>
                  <a:lnTo>
                    <a:pt x="742950" y="28575"/>
                  </a:lnTo>
                  <a:close/>
                  <a:moveTo>
                    <a:pt x="800100" y="0"/>
                  </a:moveTo>
                  <a:lnTo>
                    <a:pt x="828675" y="0"/>
                  </a:lnTo>
                  <a:lnTo>
                    <a:pt x="828675" y="28575"/>
                  </a:lnTo>
                  <a:lnTo>
                    <a:pt x="800100" y="28575"/>
                  </a:lnTo>
                  <a:close/>
                  <a:moveTo>
                    <a:pt x="857250" y="0"/>
                  </a:moveTo>
                  <a:lnTo>
                    <a:pt x="885825" y="0"/>
                  </a:lnTo>
                  <a:lnTo>
                    <a:pt x="885825" y="28575"/>
                  </a:lnTo>
                  <a:lnTo>
                    <a:pt x="857250" y="28575"/>
                  </a:lnTo>
                  <a:close/>
                  <a:moveTo>
                    <a:pt x="914400" y="0"/>
                  </a:moveTo>
                  <a:lnTo>
                    <a:pt x="942975" y="0"/>
                  </a:lnTo>
                  <a:lnTo>
                    <a:pt x="942975" y="28575"/>
                  </a:lnTo>
                  <a:lnTo>
                    <a:pt x="914400" y="28575"/>
                  </a:lnTo>
                  <a:close/>
                  <a:moveTo>
                    <a:pt x="971550" y="0"/>
                  </a:moveTo>
                  <a:lnTo>
                    <a:pt x="1000125" y="0"/>
                  </a:lnTo>
                  <a:lnTo>
                    <a:pt x="1000125" y="28575"/>
                  </a:lnTo>
                  <a:lnTo>
                    <a:pt x="971550" y="28575"/>
                  </a:lnTo>
                  <a:close/>
                  <a:moveTo>
                    <a:pt x="1028700" y="0"/>
                  </a:moveTo>
                  <a:lnTo>
                    <a:pt x="1057275" y="0"/>
                  </a:lnTo>
                  <a:lnTo>
                    <a:pt x="1057275" y="28575"/>
                  </a:lnTo>
                  <a:lnTo>
                    <a:pt x="1028700" y="28575"/>
                  </a:lnTo>
                  <a:close/>
                  <a:moveTo>
                    <a:pt x="1085850" y="0"/>
                  </a:moveTo>
                  <a:lnTo>
                    <a:pt x="1114425" y="0"/>
                  </a:lnTo>
                  <a:lnTo>
                    <a:pt x="1114425" y="28575"/>
                  </a:lnTo>
                  <a:lnTo>
                    <a:pt x="1085850" y="28575"/>
                  </a:lnTo>
                  <a:close/>
                  <a:moveTo>
                    <a:pt x="1143000" y="0"/>
                  </a:moveTo>
                  <a:lnTo>
                    <a:pt x="1171575" y="0"/>
                  </a:lnTo>
                  <a:lnTo>
                    <a:pt x="1171575" y="28575"/>
                  </a:lnTo>
                  <a:lnTo>
                    <a:pt x="1143000" y="28575"/>
                  </a:lnTo>
                  <a:close/>
                  <a:moveTo>
                    <a:pt x="1200150" y="0"/>
                  </a:moveTo>
                  <a:lnTo>
                    <a:pt x="1228725" y="0"/>
                  </a:lnTo>
                  <a:lnTo>
                    <a:pt x="1228725" y="28575"/>
                  </a:lnTo>
                  <a:lnTo>
                    <a:pt x="1200150" y="28575"/>
                  </a:lnTo>
                  <a:close/>
                  <a:moveTo>
                    <a:pt x="1257300" y="0"/>
                  </a:moveTo>
                  <a:lnTo>
                    <a:pt x="1285875" y="0"/>
                  </a:lnTo>
                  <a:lnTo>
                    <a:pt x="1285875" y="28575"/>
                  </a:lnTo>
                  <a:lnTo>
                    <a:pt x="1257300" y="28575"/>
                  </a:lnTo>
                  <a:close/>
                  <a:moveTo>
                    <a:pt x="1314450" y="0"/>
                  </a:moveTo>
                  <a:lnTo>
                    <a:pt x="1343025" y="0"/>
                  </a:lnTo>
                  <a:lnTo>
                    <a:pt x="1343025" y="28575"/>
                  </a:lnTo>
                  <a:lnTo>
                    <a:pt x="1314450" y="28575"/>
                  </a:lnTo>
                  <a:close/>
                  <a:moveTo>
                    <a:pt x="1371600" y="0"/>
                  </a:moveTo>
                  <a:lnTo>
                    <a:pt x="1400175" y="0"/>
                  </a:lnTo>
                  <a:lnTo>
                    <a:pt x="1400175" y="28575"/>
                  </a:lnTo>
                  <a:lnTo>
                    <a:pt x="1371600" y="28575"/>
                  </a:lnTo>
                  <a:close/>
                  <a:moveTo>
                    <a:pt x="1428750" y="0"/>
                  </a:moveTo>
                  <a:lnTo>
                    <a:pt x="1457325" y="0"/>
                  </a:lnTo>
                  <a:lnTo>
                    <a:pt x="1457325" y="28575"/>
                  </a:lnTo>
                  <a:lnTo>
                    <a:pt x="1428750" y="28575"/>
                  </a:lnTo>
                  <a:close/>
                  <a:moveTo>
                    <a:pt x="1485900" y="0"/>
                  </a:moveTo>
                  <a:lnTo>
                    <a:pt x="1514475" y="0"/>
                  </a:lnTo>
                  <a:lnTo>
                    <a:pt x="1514475" y="28575"/>
                  </a:lnTo>
                  <a:lnTo>
                    <a:pt x="1485900" y="28575"/>
                  </a:lnTo>
                  <a:close/>
                  <a:moveTo>
                    <a:pt x="1543050" y="0"/>
                  </a:moveTo>
                  <a:lnTo>
                    <a:pt x="1571625" y="0"/>
                  </a:lnTo>
                  <a:lnTo>
                    <a:pt x="1571625" y="28575"/>
                  </a:lnTo>
                  <a:lnTo>
                    <a:pt x="1543050" y="28575"/>
                  </a:lnTo>
                  <a:close/>
                  <a:moveTo>
                    <a:pt x="1600200" y="0"/>
                  </a:moveTo>
                  <a:lnTo>
                    <a:pt x="1628775" y="0"/>
                  </a:lnTo>
                  <a:lnTo>
                    <a:pt x="1628775" y="28575"/>
                  </a:lnTo>
                  <a:lnTo>
                    <a:pt x="1600200" y="28575"/>
                  </a:lnTo>
                  <a:close/>
                  <a:moveTo>
                    <a:pt x="1657350" y="0"/>
                  </a:moveTo>
                  <a:lnTo>
                    <a:pt x="1685925" y="0"/>
                  </a:lnTo>
                  <a:lnTo>
                    <a:pt x="1685925" y="28575"/>
                  </a:lnTo>
                  <a:lnTo>
                    <a:pt x="1657350" y="28575"/>
                  </a:lnTo>
                  <a:close/>
                  <a:moveTo>
                    <a:pt x="1714500" y="0"/>
                  </a:moveTo>
                  <a:lnTo>
                    <a:pt x="1743075" y="0"/>
                  </a:lnTo>
                  <a:lnTo>
                    <a:pt x="1743075" y="28575"/>
                  </a:lnTo>
                  <a:lnTo>
                    <a:pt x="1714500" y="28575"/>
                  </a:lnTo>
                  <a:close/>
                  <a:moveTo>
                    <a:pt x="1771650" y="0"/>
                  </a:moveTo>
                  <a:lnTo>
                    <a:pt x="1800225" y="0"/>
                  </a:lnTo>
                  <a:lnTo>
                    <a:pt x="1800225" y="28575"/>
                  </a:lnTo>
                  <a:lnTo>
                    <a:pt x="1771650" y="28575"/>
                  </a:lnTo>
                  <a:close/>
                  <a:moveTo>
                    <a:pt x="1828800" y="0"/>
                  </a:moveTo>
                  <a:lnTo>
                    <a:pt x="1857375" y="0"/>
                  </a:lnTo>
                  <a:lnTo>
                    <a:pt x="1857375" y="28575"/>
                  </a:lnTo>
                  <a:lnTo>
                    <a:pt x="1828800" y="28575"/>
                  </a:lnTo>
                  <a:close/>
                  <a:moveTo>
                    <a:pt x="1885950" y="0"/>
                  </a:moveTo>
                  <a:lnTo>
                    <a:pt x="1914525" y="0"/>
                  </a:lnTo>
                  <a:lnTo>
                    <a:pt x="1914525" y="28575"/>
                  </a:lnTo>
                  <a:lnTo>
                    <a:pt x="1885950" y="28575"/>
                  </a:lnTo>
                  <a:close/>
                  <a:moveTo>
                    <a:pt x="1943100" y="0"/>
                  </a:moveTo>
                  <a:lnTo>
                    <a:pt x="1971675" y="0"/>
                  </a:lnTo>
                  <a:lnTo>
                    <a:pt x="1971675" y="28575"/>
                  </a:lnTo>
                  <a:lnTo>
                    <a:pt x="1943100" y="28575"/>
                  </a:lnTo>
                  <a:close/>
                  <a:moveTo>
                    <a:pt x="2000250" y="0"/>
                  </a:moveTo>
                  <a:lnTo>
                    <a:pt x="2028825" y="0"/>
                  </a:lnTo>
                  <a:lnTo>
                    <a:pt x="2028825" y="28575"/>
                  </a:lnTo>
                  <a:lnTo>
                    <a:pt x="2000250" y="28575"/>
                  </a:lnTo>
                  <a:close/>
                  <a:moveTo>
                    <a:pt x="2057400" y="0"/>
                  </a:moveTo>
                  <a:lnTo>
                    <a:pt x="2085975" y="0"/>
                  </a:lnTo>
                  <a:lnTo>
                    <a:pt x="2085975" y="28575"/>
                  </a:lnTo>
                  <a:lnTo>
                    <a:pt x="2057400" y="28575"/>
                  </a:lnTo>
                  <a:close/>
                  <a:moveTo>
                    <a:pt x="2114550" y="0"/>
                  </a:moveTo>
                  <a:lnTo>
                    <a:pt x="2143125" y="0"/>
                  </a:lnTo>
                  <a:lnTo>
                    <a:pt x="2143125" y="28575"/>
                  </a:lnTo>
                  <a:lnTo>
                    <a:pt x="2114550" y="28575"/>
                  </a:lnTo>
                  <a:close/>
                  <a:moveTo>
                    <a:pt x="2171700" y="0"/>
                  </a:moveTo>
                  <a:lnTo>
                    <a:pt x="2200275" y="0"/>
                  </a:lnTo>
                  <a:lnTo>
                    <a:pt x="2200275" y="28575"/>
                  </a:lnTo>
                  <a:lnTo>
                    <a:pt x="2171700" y="28575"/>
                  </a:lnTo>
                  <a:close/>
                  <a:moveTo>
                    <a:pt x="2228850" y="0"/>
                  </a:moveTo>
                  <a:lnTo>
                    <a:pt x="2257425" y="0"/>
                  </a:lnTo>
                  <a:lnTo>
                    <a:pt x="2257425" y="28575"/>
                  </a:lnTo>
                  <a:lnTo>
                    <a:pt x="2228850" y="28575"/>
                  </a:lnTo>
                  <a:close/>
                  <a:moveTo>
                    <a:pt x="2286000" y="0"/>
                  </a:moveTo>
                  <a:lnTo>
                    <a:pt x="2314575" y="0"/>
                  </a:lnTo>
                  <a:lnTo>
                    <a:pt x="2314575" y="28575"/>
                  </a:lnTo>
                  <a:lnTo>
                    <a:pt x="2286000" y="28575"/>
                  </a:lnTo>
                  <a:close/>
                  <a:moveTo>
                    <a:pt x="2343150" y="0"/>
                  </a:moveTo>
                  <a:lnTo>
                    <a:pt x="2371725" y="0"/>
                  </a:lnTo>
                  <a:lnTo>
                    <a:pt x="2371725" y="28575"/>
                  </a:lnTo>
                  <a:lnTo>
                    <a:pt x="2343150" y="28575"/>
                  </a:lnTo>
                  <a:close/>
                  <a:moveTo>
                    <a:pt x="2400300" y="0"/>
                  </a:moveTo>
                  <a:lnTo>
                    <a:pt x="2428875" y="0"/>
                  </a:lnTo>
                  <a:lnTo>
                    <a:pt x="2428875" y="28575"/>
                  </a:lnTo>
                  <a:lnTo>
                    <a:pt x="2400300" y="28575"/>
                  </a:lnTo>
                  <a:close/>
                  <a:moveTo>
                    <a:pt x="2457450" y="0"/>
                  </a:moveTo>
                  <a:lnTo>
                    <a:pt x="2486025" y="0"/>
                  </a:lnTo>
                  <a:lnTo>
                    <a:pt x="2486025" y="28575"/>
                  </a:lnTo>
                  <a:lnTo>
                    <a:pt x="2457450" y="28575"/>
                  </a:lnTo>
                  <a:close/>
                  <a:moveTo>
                    <a:pt x="2514600" y="0"/>
                  </a:moveTo>
                  <a:lnTo>
                    <a:pt x="2543175" y="0"/>
                  </a:lnTo>
                  <a:lnTo>
                    <a:pt x="2543175" y="28575"/>
                  </a:lnTo>
                  <a:lnTo>
                    <a:pt x="2514600" y="28575"/>
                  </a:lnTo>
                  <a:close/>
                  <a:moveTo>
                    <a:pt x="2571750" y="0"/>
                  </a:moveTo>
                  <a:lnTo>
                    <a:pt x="2600325" y="0"/>
                  </a:lnTo>
                  <a:lnTo>
                    <a:pt x="2600325" y="28575"/>
                  </a:lnTo>
                  <a:lnTo>
                    <a:pt x="2571750" y="28575"/>
                  </a:lnTo>
                  <a:close/>
                  <a:moveTo>
                    <a:pt x="2628900" y="0"/>
                  </a:moveTo>
                  <a:lnTo>
                    <a:pt x="2657475" y="0"/>
                  </a:lnTo>
                  <a:lnTo>
                    <a:pt x="2657475" y="28575"/>
                  </a:lnTo>
                  <a:lnTo>
                    <a:pt x="2628900" y="28575"/>
                  </a:lnTo>
                  <a:close/>
                  <a:moveTo>
                    <a:pt x="2686050" y="0"/>
                  </a:moveTo>
                  <a:lnTo>
                    <a:pt x="2714625" y="0"/>
                  </a:lnTo>
                  <a:lnTo>
                    <a:pt x="2714625" y="28575"/>
                  </a:lnTo>
                  <a:lnTo>
                    <a:pt x="2686050" y="28575"/>
                  </a:lnTo>
                  <a:close/>
                  <a:moveTo>
                    <a:pt x="2743200" y="0"/>
                  </a:moveTo>
                  <a:lnTo>
                    <a:pt x="2771775" y="0"/>
                  </a:lnTo>
                  <a:lnTo>
                    <a:pt x="2771775" y="28575"/>
                  </a:lnTo>
                  <a:lnTo>
                    <a:pt x="2743200" y="28575"/>
                  </a:lnTo>
                  <a:close/>
                  <a:moveTo>
                    <a:pt x="2800350" y="0"/>
                  </a:moveTo>
                  <a:lnTo>
                    <a:pt x="2828925" y="0"/>
                  </a:lnTo>
                  <a:lnTo>
                    <a:pt x="2828925" y="28575"/>
                  </a:lnTo>
                  <a:lnTo>
                    <a:pt x="2800350" y="28575"/>
                  </a:lnTo>
                  <a:close/>
                  <a:moveTo>
                    <a:pt x="2857500" y="0"/>
                  </a:moveTo>
                  <a:lnTo>
                    <a:pt x="2886075" y="0"/>
                  </a:lnTo>
                  <a:lnTo>
                    <a:pt x="2886075" y="28575"/>
                  </a:lnTo>
                  <a:lnTo>
                    <a:pt x="2857500" y="28575"/>
                  </a:lnTo>
                  <a:close/>
                  <a:moveTo>
                    <a:pt x="2914650" y="0"/>
                  </a:moveTo>
                  <a:lnTo>
                    <a:pt x="2943225" y="0"/>
                  </a:lnTo>
                  <a:lnTo>
                    <a:pt x="2943225" y="28575"/>
                  </a:lnTo>
                  <a:lnTo>
                    <a:pt x="2914650" y="28575"/>
                  </a:lnTo>
                  <a:close/>
                  <a:moveTo>
                    <a:pt x="2971800" y="0"/>
                  </a:moveTo>
                  <a:lnTo>
                    <a:pt x="3000375" y="0"/>
                  </a:lnTo>
                  <a:lnTo>
                    <a:pt x="3000375" y="28575"/>
                  </a:lnTo>
                  <a:lnTo>
                    <a:pt x="2971800" y="28575"/>
                  </a:lnTo>
                  <a:close/>
                  <a:moveTo>
                    <a:pt x="3028950" y="0"/>
                  </a:moveTo>
                  <a:lnTo>
                    <a:pt x="3057525" y="0"/>
                  </a:lnTo>
                  <a:lnTo>
                    <a:pt x="3057525" y="28575"/>
                  </a:lnTo>
                  <a:lnTo>
                    <a:pt x="3028950" y="28575"/>
                  </a:lnTo>
                  <a:close/>
                  <a:moveTo>
                    <a:pt x="3086100" y="0"/>
                  </a:moveTo>
                  <a:lnTo>
                    <a:pt x="3114675" y="0"/>
                  </a:lnTo>
                  <a:lnTo>
                    <a:pt x="3114675" y="28575"/>
                  </a:lnTo>
                  <a:lnTo>
                    <a:pt x="3086100" y="28575"/>
                  </a:lnTo>
                  <a:close/>
                  <a:moveTo>
                    <a:pt x="3143250" y="0"/>
                  </a:moveTo>
                  <a:lnTo>
                    <a:pt x="3171825" y="0"/>
                  </a:lnTo>
                  <a:lnTo>
                    <a:pt x="3171825" y="28575"/>
                  </a:lnTo>
                  <a:lnTo>
                    <a:pt x="3143250" y="28575"/>
                  </a:lnTo>
                  <a:close/>
                  <a:moveTo>
                    <a:pt x="3200400" y="0"/>
                  </a:moveTo>
                  <a:lnTo>
                    <a:pt x="3228975" y="0"/>
                  </a:lnTo>
                  <a:lnTo>
                    <a:pt x="3228975" y="28575"/>
                  </a:lnTo>
                  <a:lnTo>
                    <a:pt x="3200400" y="28575"/>
                  </a:lnTo>
                  <a:close/>
                  <a:moveTo>
                    <a:pt x="3257550" y="0"/>
                  </a:moveTo>
                  <a:lnTo>
                    <a:pt x="3286125" y="0"/>
                  </a:lnTo>
                  <a:lnTo>
                    <a:pt x="3286125" y="28575"/>
                  </a:lnTo>
                  <a:lnTo>
                    <a:pt x="3257550" y="28575"/>
                  </a:lnTo>
                  <a:close/>
                  <a:moveTo>
                    <a:pt x="3314700" y="0"/>
                  </a:moveTo>
                  <a:lnTo>
                    <a:pt x="3343275" y="0"/>
                  </a:lnTo>
                  <a:lnTo>
                    <a:pt x="3343275" y="28575"/>
                  </a:lnTo>
                  <a:lnTo>
                    <a:pt x="3314700" y="28575"/>
                  </a:lnTo>
                  <a:close/>
                  <a:moveTo>
                    <a:pt x="3371850" y="0"/>
                  </a:moveTo>
                  <a:lnTo>
                    <a:pt x="3400425" y="0"/>
                  </a:lnTo>
                  <a:lnTo>
                    <a:pt x="3400425" y="28575"/>
                  </a:lnTo>
                  <a:lnTo>
                    <a:pt x="3371850" y="28575"/>
                  </a:lnTo>
                  <a:close/>
                  <a:moveTo>
                    <a:pt x="3429000" y="0"/>
                  </a:moveTo>
                  <a:lnTo>
                    <a:pt x="3456051" y="0"/>
                  </a:lnTo>
                  <a:lnTo>
                    <a:pt x="3456051" y="28575"/>
                  </a:lnTo>
                  <a:lnTo>
                    <a:pt x="3429000" y="28575"/>
                  </a:lnTo>
                  <a:close/>
                  <a:moveTo>
                    <a:pt x="0" y="0"/>
                  </a:moveTo>
                  <a:lnTo>
                    <a:pt x="28575" y="0"/>
                  </a:lnTo>
                  <a:lnTo>
                    <a:pt x="28575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332956" y="6538646"/>
            <a:ext cx="3163824" cy="10668"/>
            <a:chOff x="0" y="0"/>
            <a:chExt cx="3163824" cy="106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63824" cy="10668"/>
            </a:xfrm>
            <a:custGeom>
              <a:avLst/>
              <a:gdLst/>
              <a:ahLst/>
              <a:cxnLst/>
              <a:rect r="r" b="b" t="t" l="l"/>
              <a:pathLst>
                <a:path h="10668" w="3163824">
                  <a:moveTo>
                    <a:pt x="2372868" y="0"/>
                  </a:moveTo>
                  <a:lnTo>
                    <a:pt x="1581912" y="0"/>
                  </a:lnTo>
                  <a:lnTo>
                    <a:pt x="790956" y="0"/>
                  </a:lnTo>
                  <a:lnTo>
                    <a:pt x="0" y="0"/>
                  </a:lnTo>
                  <a:lnTo>
                    <a:pt x="0" y="10668"/>
                  </a:lnTo>
                  <a:lnTo>
                    <a:pt x="790956" y="10668"/>
                  </a:lnTo>
                  <a:lnTo>
                    <a:pt x="1581912" y="10668"/>
                  </a:lnTo>
                  <a:lnTo>
                    <a:pt x="2372868" y="10668"/>
                  </a:lnTo>
                  <a:lnTo>
                    <a:pt x="3163824" y="10668"/>
                  </a:lnTo>
                  <a:lnTo>
                    <a:pt x="3163824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32956" y="6298340"/>
            <a:ext cx="3226889" cy="272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b="true" sz="1596" spc="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  <a:hlinkClick r:id="rId9" tooltip="https://www.expoasa.com.br/ideasun"/>
              </a:rPr>
              <a:t>www.expoasa.com.br/ideasun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48728" y="1882140"/>
            <a:ext cx="7303740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A EQUIPE PODE ENCERRAR A SUA APRESENTAÇÃO À SUA MANEIRA.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SUGESTÃO: AGRADECIMENTO.</a:t>
            </a:r>
          </a:p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DD0000"/>
                </a:solidFill>
                <a:latin typeface="Open Sans"/>
                <a:ea typeface="Open Sans"/>
                <a:cs typeface="Open Sans"/>
                <a:sym typeface="Open Sans"/>
              </a:rPr>
              <a:t>(EXCLUIR ESTE TEXTO)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48728" y="571500"/>
            <a:ext cx="735747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b="true" sz="2999" spc="1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ENCERRAMENTO (TÍTULO LIVRE)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48728" y="1038225"/>
            <a:ext cx="7303740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Texto livre.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AB76027FBCB1145A150F2F4D0106608" ma:contentTypeVersion="17" ma:contentTypeDescription="Criar um novo documento." ma:contentTypeScope="" ma:versionID="a3e827f0071a2f472cc4986f3e13382c">
  <xsd:schema xmlns:xsd="http://www.w3.org/2001/XMLSchema" xmlns:xs="http://www.w3.org/2001/XMLSchema" xmlns:p="http://schemas.microsoft.com/office/2006/metadata/properties" xmlns:ns2="c4671c04-848c-4dea-adba-02a6354afa4f" xmlns:ns3="36c8de28-037f-470d-9d6f-a5a7862f3b1d" targetNamespace="http://schemas.microsoft.com/office/2006/metadata/properties" ma:root="true" ma:fieldsID="14f9ed06eca0378418f3e74c8a6eae86" ns2:_="" ns3:_="">
    <xsd:import namespace="c4671c04-848c-4dea-adba-02a6354afa4f"/>
    <xsd:import namespace="36c8de28-037f-470d-9d6f-a5a7862f3b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3:TaxKeyword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671c04-848c-4dea-adba-02a6354afa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Etiquetas de Imagem" ma:readOnly="false" ma:fieldId="{5cf76f15-5ced-4ddc-b409-7134ff3c332f}" ma:taxonomyMulti="true" ma:sspId="850755f8-3c5c-44e6-86a9-25ec35ca3f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c8de28-037f-470d-9d6f-a5a7862f3b1d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Coluna Global de Taxonomia" ma:hidden="true" ma:list="{9df0109b-5ce6-4f65-b6de-a4c6ee57241d}" ma:internalName="TaxCatchAll" ma:showField="CatchAllData" ma:web="36c8de28-037f-470d-9d6f-a5a7862f3b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KeywordTaxHTField" ma:index="24" nillable="true" ma:taxonomy="true" ma:internalName="TaxKeywordTaxHTField" ma:taxonomyFieldName="TaxKeyword" ma:displayName="Palavras-chave Empresariais" ma:fieldId="{23f27201-bee3-471e-b2e7-b64fd8b7ca38}" ma:taxonomyMulti="true" ma:sspId="850755f8-3c5c-44e6-86a9-25ec35ca3f39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6c8de28-037f-470d-9d6f-a5a7862f3b1d" xsi:nil="true"/>
    <TaxKeywordTaxHTField xmlns="36c8de28-037f-470d-9d6f-a5a7862f3b1d">
      <Terms xmlns="http://schemas.microsoft.com/office/infopath/2007/PartnerControls"/>
    </TaxKeywordTaxHTField>
    <lcf76f155ced4ddcb4097134ff3c332f xmlns="c4671c04-848c-4dea-adba-02a6354afa4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BD01705-C63E-476F-96CE-E46FC8B42F94}"/>
</file>

<file path=customXml/itemProps2.xml><?xml version="1.0" encoding="utf-8"?>
<ds:datastoreItem xmlns:ds="http://schemas.openxmlformats.org/officeDocument/2006/customXml" ds:itemID="{E3A88DC9-536C-42F0-8BE2-C44FA9094926}"/>
</file>

<file path=customXml/itemProps3.xml><?xml version="1.0" encoding="utf-8"?>
<ds:datastoreItem xmlns:ds="http://schemas.openxmlformats.org/officeDocument/2006/customXml" ds:itemID="{B8E95323-8FF1-4DD7-A957-FB7D1CE66EC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Modelo_Pitch</dc:title>
  <cp:revision>1</cp:revision>
  <dcterms:created xsi:type="dcterms:W3CDTF">2006-08-16T00:00:00Z</dcterms:created>
  <dcterms:modified xsi:type="dcterms:W3CDTF">2011-08-01T06:04:30Z</dcterms:modified>
  <dc:identifier>DAGoEyRSLhc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0x010100DAB76027FBCB1145A150F2F4D0106608</vt:lpwstr>
  </property>
  <property fmtid="{D5CDD505-2E9C-101B-9397-08002B2CF9AE}" pid="3" name="TaxKeyword">
    <vt:lpwstr/>
  </property>
  <property fmtid="{D5CDD505-2E9C-101B-9397-08002B2CF9AE}" pid="4" name="MediaServiceImageTags">
    <vt:lpwstr/>
  </property>
</Properties>
</file>